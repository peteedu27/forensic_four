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6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Week, The Unit...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96596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Wrapped the intake pipeline in parse_record() — def once, call forever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243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6243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regex extractors: phones, dates, case refs, beats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28269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328269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Mined 24 free-text tips into structured leads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9410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94106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rule locked in: one function, one job, one docstring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toolkit exists. Today it gets armor — and today the data gets REAL.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We On Track?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6 — Bulletproof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1–7  —  Review, re-armed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25112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8–12  —  New material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47304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4464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13–FINALS  —  Ship it live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Week 6 of 7, review phase. Today: files, failure, and proof.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6324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REPO:  </a:t>
            </a:r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answers/wk05 is live — note that every extractor is 3 lines: def, docstring, return re.findall(...). If your patterns were longer, compare. The month-name date stretch answer is in there too.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61772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7091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 (5 min, right now):  </a:t>
            </a:r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Squads: which regex fought you hardest? 30 seconds each — the shared scars are the lesson.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// TODO: fix later  (narrator: they did not)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Briefing: Bulletproof Intake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6 — Bulletproof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Until now, data lived inside your scripts. Today you open real files — and real files bite. This is also the week fictional names end.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600200" y="2212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files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600200" y="277977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open(), the csv module, walking rows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377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315200" y="2212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315200" y="277977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try/except — survive the bite, log the wound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886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3434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1600200" y="41788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quarantine pattern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00200" y="474573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what's loadable, report what isn't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3434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7315200" y="41788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lab + pytest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315200" y="474573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rows, 11 of them damaged — zero crashes allowed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Files: open() and the csv Module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6 — Bulletproof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works on my machine ¯\_(ツ)_/¯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44168"/>
            <a:ext cx="640080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csv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open("data/raw_cases_100.csv",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newline="") as f: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reader = csv.reader(f)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 = next(reader)      # skip row 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row in reader: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row is already a LIST of fields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print(row[1], row[7])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with open(...)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guarantees the file closes, even if your code explodes mid-read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csv.reader handles the splitting — including commas INSIDE quoted fields, which your .split(",") never could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next(reader) eats the header so your loop only sees data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is your week-3 loop. The parsing is your week-5 function. Only the source changed: a real file.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Data Bites: Exceptions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6 — Bulletproof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are 2 hard problems in CS: cache invalidation, naming things, and off-by-one errors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44168"/>
            <a:ext cx="640080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= ["CC-20007", "TRAMMELL, R", "M",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"unknown", "2019-04-11", ...]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int(row[3])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ValueError: invalid literal for int()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with base 10: 'unknown'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... and your program is DEAD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at row 7 of 100.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STAKES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bad row kills the other 99.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data always has bad rows. The 2020 Dallas discrepancy was, at root, a data-handling failure inside a police department.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Crashing is not an option. Neither is silently skipping. There's a third way →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/ except: Survive and Log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6 — Bulletproof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little bugs in the code... take one down, patch it around... 127 little bugs in the code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44168"/>
            <a:ext cx="640080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parse_row(row):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len(row) != 8: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ValueError("truncated row")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 = int(row[3])   # may raise ValueError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row[4].strip() == "":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ValueError("missing date")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{...}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good.append(parse_row(row))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ValueError as err: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quarantine.append((line_num, str(err)))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QUARANTINE PATTERN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try: attempt the risky thing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except: catch the SPECIFIC error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line number + reason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looping. Always keep looping.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ValueError, not bare except: — a bare except hides YOUR bugs along with the data's.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75488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what's loadable. Quarantine the rest. Report both. That's the whole pattern — memorize its shape.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Quarantine Log IS the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6 — Bulletproof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SQL query walks into a bar, approaches two tables and asks: “may I JOIN you?”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11155680" cy="2651760"/>
          </a:xfrm>
          <a:prstGeom prst="roundRect">
            <a:avLst>
              <a:gd name="adj" fmla="val 2759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44168"/>
            <a:ext cx="1078992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loaded cleanly:   89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quarantined:      11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QUARANTINE LOG — every rejected row, with the reason: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  12: invalid literal for int() with base 10: 'unknown'  | CC-20010,PRUITT...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  23: missing date                                       | CC-20021,NAVARRO...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  38: expected 8 fields, got 6                           | CC-20036,OSEI...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411480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class publishes the real audit, the methodology section says ‘we excluded N records because...’ — and THIS log is where that sentence comes from. Silently dropping bad rows is how broken official statistics happen. We are literally studying the consequences.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pytest: Proof, Not Vibes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6 — Bulletproof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!false — it's funny because it's true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4114800"/>
          </a:xfrm>
          <a:prstGeom prst="roundRect">
            <a:avLst>
              <a:gd name="adj" fmla="val 1778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44168"/>
            <a:ext cx="6400800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test_intake.py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pytest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intake_safe import parse_row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test_good_row_parses():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 = ["CC-1"," carter, d ","m","36",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"2018-03-22","412 larkmoor","352","open"]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= parse_row(row)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case["age"] == 36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case["name"] == "Carter, D"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test_bad_age_rejected():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row[3] = "unknown"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pytest.raises(ValueError):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parse_row(row)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4114800"/>
          </a:xfrm>
          <a:prstGeom prst="roundRect">
            <a:avLst>
              <a:gd name="adj" fmla="val 1778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RUN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test_intake.py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dots = your parser provably works.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are the difference between “it worked when I ran it” and “it works.”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today: PRs with tests get reviewed first. House rule.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Kinds of Programs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6 — Bulletproof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programmers prefer dark mode? Because light attracts bugs 🐛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00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try/except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4688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Traceback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(most recent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9B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last)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60120" y="3886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 at row 7, takes 93 good rows down with 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600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 QUARANTINE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loaded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logged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crashes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37960" y="3886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“certified: works on messy data” — the only certification that matters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52120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Amateur code works on clean data. Professional code has a plan for the dirty kind. Today you go pro.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6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Today's Brick Matters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" y="1920240"/>
            <a:ext cx="9966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9's MAP and WaPo files are big, real, and imperfect.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squad whose loader quarantines gracefully starts analyzing Monday.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squad whose loader crashes spends Monday debugging.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97280" y="402336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100 rows, 11 traps, tests green.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9: hundreds of real Dallas records, same armor.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from here on: real data, treated with the weight it deserves.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LAB — Operation: Bulletproof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6 — Bulletproof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Mission: load 100 rows with 11 kinds of damage. Zero crashes. Full quarantine log. Tests prove it.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83664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91840" y="1883664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wk06_data_raw_cases_100.csv — planted damage: 'unknown' ages, missing dates, truncated rows, a blank line, comma-infested names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62656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962656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intake_safe.py (parse_row + load_cases + report) AND test_intake.py with 3+ passing tests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41648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91840" y="4041648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feature/wk6-armor • catch ValueError specifically, never bare except • reviewed PR by standup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065776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20640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CLOCK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291840" y="5120640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 min. Loader first, quarantine second, tests third.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6 — Bulletproof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371600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wk06 CSV → branch feature/wk6-armor → open the file in VS Code and EYEBALL it — find 3 bad rows by hand first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21671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2167128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parse_row(row): validates length, converts age, checks date — raises ValueError with a reason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" y="296265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2962656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load_cases(path): csv.reader + the try/except quarantine loop → returns (good, quarantine)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85800" y="37581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3758184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the report: loaded count, quarantined count, and the full quarantine log with line numbers + reasons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85800" y="45537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4553712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test_intake.py: one good-row test, two bad-row tests → pytest green → PR → merge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548640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559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&gt;5 minutes?  </a:t>
            </a:r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error aloud to the squad → ask Claude to explain (not solve) → flag me.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TO ACHIEVE — Before You Leave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6 — Bulletproof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1783080"/>
          </a:xfrm>
          <a:prstGeom prst="roundRect">
            <a:avLst>
              <a:gd name="adj" fmla="val 4103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REPORT MUST SHOW (exact numbers):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755648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loaded cleanly:   89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quarantined:      11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Quarantine log: 11 lines, each with line number + reason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pytest test_intake.py  -&gt;  3 passed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32918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intake_safe.py + test_intake.py merged via reviewed PR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89534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80160" y="389534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crashes on the full file — reviewer runs it start to finish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4988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80160" y="44988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 catches ValueError specifically (bare except = PR bounced)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1023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80160" y="51023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tests green — reviewer runs pytest before approving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5751576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79729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week's score = this merged code on GitHub.  </a:t>
            </a:r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Timestamped, reviewed, yours.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Early? / Next Week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6 — Bulletproof Intake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happens.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468112" cy="3200400"/>
          </a:xfrm>
          <a:prstGeom prst="roundRect">
            <a:avLst>
              <a:gd name="adj" fmla="val 22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630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(no extra credit — just better)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test for the blank-line case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quarantined rows to quarantine.csv instead of just printing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HOW MANY of each failure reason — you own a dict for that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0488" y="1280160"/>
            <a:ext cx="5468112" cy="3200400"/>
          </a:xfrm>
          <a:prstGeom prst="roundRect">
            <a:avLst>
              <a:gd name="adj" fmla="val 2286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4630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WEEK: CASE OBJECTS + MIDTERM BRIEFING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OOP: the Case class — your parse dict grows methods and properties.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AND: midterm briefings. Each squad presents 5 minutes of data-quality findings from weeks 2–6: what did the traps teach you about how real records break?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optional, evidence mandatory.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48006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hundred rows. Eleven traps. Zero crashes. Tests green. That's software now.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2026-08-18T00:02:21Z</dcterms:created>
  <dcterms:modified xsi:type="dcterms:W3CDTF">2026-08-18T00:02:21Z</dcterms:modified>
</cp:coreProperties>
</file>