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real files with open() and csv.reader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243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quarantine pattern: 89 loaded, 11 logged, 0 crashes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826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why the quarantine log IS the methodology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4106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the first pytest suite — proof, not vibes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intake is bulletproof. Today it gets a shape — and that shape powers your midterm project.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7 — Case Objects + Midterm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 7 of 7 — FINAL week of the review phase. Tonight: the Case class, then the Midterm Project launch.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answers/wk06 is live — note parse_row raises with a REASON string, and the tests check both the happy path and two failure paths. That's the testing shape for the rest of the semester.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round: one row your week-6 loader still can't handle. Then the Case class.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don't always test my code. But when I do, I do it in production.” — nobody on this team, ever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Objects, Then the Midterm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7 — Case Objects + Midterm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phase ends today. Your parse dict becomes a class — and that class becomes the engine of your midterm project.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&amp; __init__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0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Case knows its own facts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&amp; properties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Case answers its own questions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classmethods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Case.from_row() — the parser becomes a constructor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PROJECT LAUNCH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Cold Case File: 5,000+ records, due and presented 10/14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Class: Data With Behavior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7 — Case Objects + Midterm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Programmer (n): a machine that turns coffee into code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Case: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case_id, name, age,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year, status):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self.case_id = case_id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 = age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self.year = year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self.status = status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Case("CC-20001", "Carter, D", 36,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2018, "OPEN")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print(c.name)      # Carter, 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dict is a bag of facts. A class is facts + the questions you ask of them, in one place.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= “this particular case”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__init__ runs at creation — the booking process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met classes in the intro course. Now you have a real reason for one.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Properties: A Case Answers Its Own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7 — Case Objects + Midterm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people see a problem and think “I'll use regex.” Now they have two problems.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6576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Case: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...__init__ as before...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@property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years_unsolved(self):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2026 - self.year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@property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is_stale(self):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(self.status == "OPEN"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and self.years_unsolved &gt;= 5)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c.is_stale: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print(f"{c.name}: needs a fresh look")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657600"/>
          </a:xfrm>
          <a:prstGeom prst="roundRect">
            <a:avLst>
              <a:gd name="adj" fmla="val 2000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WIN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c.is_stale — reads like English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5-year rule now lives in ONE place. Change the threshold, every report updates.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2–6 that logic was scattered across scripts. Objects gather it.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classmethod: The Parser Becomes a Constructor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7 — Case Objects + Midterm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is a love letter you write to your future self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6576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Case: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@classmethod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from_row(cls, row):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len(row) != 8: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ValueError("truncated")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 = int(row[3])          # may raise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cls(row[0].strip(),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row[1].strip().title(),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age, int(row[4][0:4]),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row[7].strip().upper())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= Case.from_row(row)   # in the try/except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657600"/>
          </a:xfrm>
          <a:prstGeom prst="roundRect">
            <a:avLst>
              <a:gd name="adj" fmla="val 2000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CONVERGES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2's cleaning → inside from_row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5's function → became a classmethod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6's quarantine → wraps the call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weeks of skills, one 12-line constructor. This is what ‘the bricks accumulate’ looks like in code.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Make Analysis Read Like English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7 — Case Objects + Midterm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coding can save you hours of planning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cases, quarantine = load_cases(path)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open_cases = [c for c in cases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if c.status == "OPEN"]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 = [c for c in open_cases if c.is_stale]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sorted(open_cases,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key=lambda c: c.year)[:5]: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print(c.summary())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print(f"Stale: {len(stale)/len(open_cases):.0%}")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TOYS, BRIEFLY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 for c in cases if ...] — a list comprehension: filter in one line (full treatment in week 12)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sorted(key=lambda c: c.year) — sort objects by any attribute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oldest five open cases, on screen, in two lines.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this slide to week 3's loop. Same questions — a fraction of the code, twice the clarity.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Phase, Complete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7 — Case Objects + Midterm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case of fire: git commit, git push, THEN leave the building 🔥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YOU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an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f-string"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records, sixty lines, pure determination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YOU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Case.from_row()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pytest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quarantine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objects, tests, and a Git history to prove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intro topic came back and got weaponized. The review phase is over. You're ready for the real thing.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 to the Midterm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so far was training on small, planted traps.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Tonight: 5,000+ records, 45 years, every skill from weeks 2–7 at once —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strings, loops, sets &amp; dicts, regex, exceptions, tests, and the Case class.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deliverables: clean data, code, and a 5-minute briefing.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decks → Midterm Project: The Cold Case File.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and presented Wednesday, 10/14.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2026-08-17T01:13:10Z</dcterms:created>
  <dcterms:modified xsi:type="dcterms:W3CDTF">2026-08-17T01:13:10Z</dcterms:modified>
</cp:coreProperties>
</file>