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20116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Formed squads of 4 — together all semester, no trades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7004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the kit: Python, VS Code, Git, Claude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284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32841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squad repos in the class GitHub org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98678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8678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detective: branch → ROSTER.md → PR → review → merge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6451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46451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Saw the mission: audit Dallas's clearance record, ship a live app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squad shipped. The unit is sworn in.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12801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280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47304" y="12801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280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You are here: Week 2 of 7 in the review phase. Every week from now on ends with committed, merged code.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10128"/>
            <a:ext cx="10607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 — NOW OPEN:  </a:t>
            </a:r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 during the review phase, the reference solution for LAST week's lab is released to the class repo (answers/wkN/). Compare it to what your squad shipped, not before you ship. Second half of the semester: no answer repo — the work is yours alone.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493776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029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squad — is everyone's environment working? Any PR still unmerged from Week 1? Fix blockers in the first 10 minutes of lab time today.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Turning a Raw Record Into Evidence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mission: take one raw, messy case record and turn it into a clean, formatted case summary — in Python.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23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0020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Syntax, variables &amp; types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834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a case record in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423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surgery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2834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methods, splitting, slicing the messy fields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891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60020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f-strings &amp; input()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800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summary template + interactive intake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891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31520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lab: CASE INTAKE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0" y="4800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raw records → 5 clean summaries, merged by standup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A: What Raw Case Data Actually Looks Like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on the format of DPD's public unsolved-homicide listings (fictional record):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64208"/>
            <a:ext cx="10789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"  CARTER, DEMARCUS | m | 36 | 2018-03-22 | 412 larkmoor lane | beat 352 | OPEN  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wrong with it — and every week of this course hiding inside it: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4048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Stray whitespace: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leading/trailing spaces break comparisons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379476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84048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case: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‘m’, ‘larkmoor lane’ — data entry was human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8920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377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text: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looks like a number; Python sees a string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48920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9377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blob, many fields: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facts jammed into one line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6035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investigative data is messy. Cleaning it IS the job.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Refresher: The Rules of the Report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Case intake script — Squad 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Comments explain WHY, code shows HOW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case_open = True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case_open: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print("Still working it.")   # 4-space indent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arrest yet.")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print("Report filed.")            # back at margin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12344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1298448"/>
            <a:ext cx="3895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Indentation is law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spaces define what belongs to the if — get it wrong, the program lies to you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52360" y="2386584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07808" y="2450592"/>
            <a:ext cx="3895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= case notes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future-you (and your squad) must understand why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52360" y="3538728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7808" y="3602736"/>
            <a:ext cx="3895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statement per line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code is reviewable code — your PR reviewer will thank you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8920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new here — but from now on, every line you write gets read by a teammate in a PR. Write like it.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Naming the Evidence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766560" cy="3017520"/>
          </a:xfrm>
          <a:prstGeom prst="roundRect">
            <a:avLst>
              <a:gd name="adj" fmla="val 2424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64008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victim_name = "CARTER, DEMARCUS"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victim_age  = 36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case_year   = 2018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       = "352"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is_open     = True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names you'd regret in week 9: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"CARTER, DEMARCUS"    # x of WHAT?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data2 = 36               # meaningless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123444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41732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RULES OF THE UNIT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snake_case, always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meaning, not the type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victim_age not va or age2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Booleans read as questions: is_open, has_arrest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codebase lives 15 weeks and passes through 4 sets of hands per squad. Names are how your teammates find things.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What Kind of Fact Is This?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350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33502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"CARTER, DEMARCUS"  •  "352"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06640" y="133502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— even when it looks numeric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22576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 •  2018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2377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numbers you'll do math 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1985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6888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48.7  •  0.39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341985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decimals — rates, percentages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407408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622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468880" y="44622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•  False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44622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open? arrest made?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5495544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when unsure:  </a:t>
            </a:r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type(victim_age)  →  &lt;class 'int'&gt;     Wrong type = wrong answer, silently. This bites analysts weekly.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Conversion: Making the Math Possible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age_text  = "36"        # from the raw record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year_text = "2018"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victim_age = int(age_text)      # str → int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case_year  = int(year_text)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years_unsolved = 2026 - case_year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print(years_unsolved)            # 8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float("0.39")             # str → float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4173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CRASH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"2026" - "2018"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unsupported
operand type(s)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records hand you strings. Convert BEFORE you compute.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in every dataset this semester arrives as text. int(), float(), str() are your booking officers.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Surgery I: Cleaning the Fields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766560" cy="3383280"/>
          </a:xfrm>
          <a:prstGeom prst="roundRect">
            <a:avLst>
              <a:gd name="adj" fmla="val 216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64008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  CARTER, DEMARCUS  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name.strip()        # kill stray spaces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= "m"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= sex.upper()          # "M"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 = "412 larkmoor lane"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 = addr.title()        # "412 Larkmoor Lane"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"OPEN"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print(status.lower())      # "open" — originals unchanged!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123444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CLEANING KIT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.strip()   whitespace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.upper()   standardize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.lower()   standardize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.title()   Names, Streets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.replace(a, b)  swap text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 are immutable — methods RETURN a new string. Reassign or lose it.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8920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here: ‘m’ ≠ ‘M’ to a computer. Unstandardized fields = wrong counts = a broken audit.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Surgery II: Splitting the Record Apart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2286000"/>
          </a:xfrm>
          <a:prstGeom prst="roundRect">
            <a:avLst>
              <a:gd name="adj" fmla="val 3200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107899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"CARTER, DEMARCUS | m | 36 | 2018-03-22 | 412 larkmoor lane | beat 352 | OPEN"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= record.split(" | 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['CARTER, DEMARCUS', 'm', '36', '2018-03-22', '412 larkmoor lane', 'beat 352', 'OPEN']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date_parts = fields[3].split("-")     # ['2018', '08', '10']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fields[0]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407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item — indexing starts at ZERO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3794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fields[3]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4407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date field (count: 0,1,2,3)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7304" y="3794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fields[-1]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0184" y="4407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item — negative counts from the 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5303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.split() turns one blob into a list of fields. Off-by-one indexing is the #1 rookie bug — count from zero, always.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Surgery III: Slices and Quick Checks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766560" cy="3200400"/>
          </a:xfrm>
          <a:prstGeom prst="roundRect">
            <a:avLst>
              <a:gd name="adj" fmla="val 2286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64008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= "2018-03-22"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 = date[0:4]       # "2018" (0 up to, not incl, 4)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= date[5:7]       # "08"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"CARTER, DEMARCUS"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len(name)               # 14 characters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"CARTER" in name        # True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name.startswith("C")    # True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123444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41732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SLICE ALOUD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date[0:4]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“from position 0, up to but NOT including position 4”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/ len() / startswith() are your fast sanity checks before trusting any field.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709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these checks become full conditional logic — today they're your magnifying glass.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f-Strings: The Case Summary Template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2651760"/>
          </a:xfrm>
          <a:prstGeom prst="roundRect">
            <a:avLst>
              <a:gd name="adj" fmla="val 2759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107899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victim_name = "Carter, Demarcus"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victim_age = 36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case_year = 2018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years_unsolved = 2026 - case_year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f"CASE: {victim_name} ({victim_age}) — unsolved for {years_unsolved} years"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CASE: Carter, Demarcus (36) — unsolved for 8 years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before the quote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on the template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41605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{curly_braces}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07992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any variable or expression 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7304" y="41605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&gt; concatenation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0184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"a" + str(b) + "c" chains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report, log line, and dashboard label you ship this semester is an f-string.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 Formatting: Making Output Line 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2834640"/>
          </a:xfrm>
          <a:prstGeom prst="roundRect">
            <a:avLst>
              <a:gd name="adj" fmla="val 2581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107899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0.3947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4291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print(f"Clearance rate: {rate:.1%}")        # Clearance rate: 39.5%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print(f"Unsolved cases: {count:,}")         # Unsolved cases: 4,291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print(f"{'CASE':&lt;20}{'YEARS':&gt;6}")          # left-pad / right-pad columns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print(f"{'Carter, Demarcus':&lt;20}{8:&gt;6}")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CASE                 YEARS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Carter, Demarcus           8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43434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62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:.1%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919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→ percent, 1 place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43434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4462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:,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4919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separators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7304" y="43434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4462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:&lt;20  :&gt;6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0184" y="4919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alignment for reports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findings report that lines up cleanly gets read. One that doesn't gets ignored. Formatting is credibility.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input(): The Intake Desk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766560" cy="3017520"/>
          </a:xfrm>
          <a:prstGeom prst="roundRect">
            <a:avLst>
              <a:gd name="adj" fmla="val 2424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64008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input("Victim name: 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age_text = input("Victim age: 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input() ALWAYS returns a string —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even when the user types 36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int(age_text)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print(f"Logged: {name.title()}, {age}")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123444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41732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INPUT BUG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input("Age: ")
age + 1   # CRASH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input() hands you "36", not 36. Convert first, compute second — same rule as the raw records.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it's a console prompt. Week 14 it's a text box on your deployed dashboard. Same idea, same conversion rule.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Together: One Record, Start to Finish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4206240"/>
          </a:xfrm>
          <a:prstGeom prst="roundRect">
            <a:avLst>
              <a:gd name="adj" fmla="val 1739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107899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intake.py — turn one raw record into a clean summary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"  CARTER, DEMARCUS | m | 36 | 2018-03-22 | 412 larkmoor lane | beat 352 | OPEN  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strip the blob, split into fields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= record.strip().split(" | ")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clean each field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= fields[0].title()          # "Carter, Demarcus"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   = fields[1].upper()          # "M"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= int(fields[2])             # 36 (now a number)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 = fields[3]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  = int(date[0:4])             # 2018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   = fields[4].title()          # "412 Larkmoor Lane"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fields[6]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strip → split → clean → convert. That's the intake pipeline — the same four moves scale to 4,000 records in week 9.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Together: One Record, Start to Finish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2651760"/>
          </a:xfrm>
          <a:prstGeom prst="roundRect">
            <a:avLst>
              <a:gd name="adj" fmla="val 2759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107899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compute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years_unsolved = 2026 - year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4: report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f"CASE: {name} ({sex}, {age}) | {date} | {addr} | "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f"{status} — {years_unsolved} years without an arrest"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411480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187952"/>
            <a:ext cx="10607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CASE: Carter, Demarcus (M, 36) | 2018-03-22 | 412 Larkmoor Lane | OPEN — 8 years without an arrest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53035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noise to evidence in ~15 lines. Your lab today: do this for five records — as a squad, in Git.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That Will Bite You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1024128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3502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 only concatenate str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0" y="133502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math on text. Convert with int()/float() first.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414016"/>
            <a:ext cx="11155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68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IndexError: list index out of range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0" y="24688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counted from 1. Python counts from 0. fields[6] is the 7th item.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47872"/>
            <a:ext cx="11155680" cy="1024128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0273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‘did nothing’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0" y="3602736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 are immutable: name.strip() returns a NEW string. Reassign: name = name.strip()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681728"/>
            <a:ext cx="11155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3659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IndentationError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0" y="473659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tabs/spaces or a stray indent. VS Code: spaces only, 4 per level.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one of these? Read the error out loud to your squad before asking Claude. Half the time you'll solve it mid-sentence.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Claude Like a Professional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68112" cy="4023360"/>
          </a:xfrm>
          <a:prstGeom prst="roundRect">
            <a:avLst>
              <a:gd name="adj" fmla="val 1818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“Explain why this slice returns ‘2018’”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“Review my intake code — what breaks on weird input?”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does this TypeError mean?”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explains, reviews, unblocks. You stay the detective.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0488" y="1280160"/>
            <a:ext cx="5468112" cy="4023360"/>
          </a:xfrm>
          <a:prstGeom prst="roundRect">
            <a:avLst>
              <a:gd name="adj" fmla="val 1818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46304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whole lab and submit whatever comes back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 line you can't explain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the error message and ask Claude to ‘just fix it’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standard: any teammate can ask you to walk through any line you committed — and you can.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week 9 the datasets get too big to fake it. Build the muscle now.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Git Ritual, Applied to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6766560" cy="3108960"/>
          </a:xfrm>
          <a:prstGeom prst="roundRect">
            <a:avLst>
              <a:gd name="adj" fmla="val 2353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640080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feature/wk2-intake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write intake.py with your squad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intake.py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"Clean and summarize 5 raw case records"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feature/wk2-intake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then: open PR → teammate reviews → merge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128016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41732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ROLES TODAY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Driver: types the code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Navigator: reads slides/specs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Checker: runs + tests output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Reviewer: reviews the PR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roles every week.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6634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to main by standup = this week's work is in the books. That merged code is the deliverable, every week, all semester.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201168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product is an app that audits 45 years of Dallas records.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app's first job, on every single record, is exactly what you build today: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→ split → clean → convert → report.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5 records by hand.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hundreds, with functions and regex.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9: the full dataset, with pandas.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15: live on your server.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Case Intake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turn tonight's five raw records into five clean case summaries — shipped through the full Git ritual.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data/raw_cases.txt is already in your squad repo: 5 raw records, same pipe format as Exhibit A — each with its own flavor of mess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intake.py — cleans all 5 and prints 5 formatted summaries plus one header line for the report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feature/wk2-intake • everyone contributes commits • PR reviewed by a teammate • merged to main by standup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minutes of lab time. Working &gt; perfect. Ship it.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Evidence: data/raw_cases.txt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3017520"/>
          </a:xfrm>
          <a:prstGeom prst="roundRect">
            <a:avLst>
              <a:gd name="adj" fmla="val 2424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1078992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CARTER, DEMARCUS | m | 36 | 2018-03-22 | 412 larkmoor lane | beat 352 | OPEN 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reyes, miguel|M|32|2018-05-17| 3308 DELAFORD STREET |Beat 347|open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OKAFOR, SAMUEL J | M | 55 | 2018-07-09 | 1519 westhollow avenue | beat 341 | OPEN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Nguyen, Daniel | m | 17 | 2018-04-03 | 2846 QUAIL RIDGE ROAD | beat 537 | Open 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BOOKER, TERRENCE | M | 41 | 2018-11-08 | 907 n. calloway drive | Beat 442 | OPEN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5262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645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0566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spaces around pipes — .split(" | ") fails; what's your fix?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45262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4645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2 &amp;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07992" y="50566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isn't uppercase — standardize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7304" y="45262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4645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0184" y="50566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&amp; addresses need .title(), ages need int()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modeled on DPD's public unsolved listings; names are fictional for drill labs. Real Dallas data arrives in week 6 — and gets treated with the weight it deserves.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Branch: feature/wk2-intake — confirm all 4 detectives can run data/raw_cases.txt locally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5798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1 first, together: strip → split → clean each field → int() the age &amp; year → f-string summary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9443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44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records 2–5 across the squad (record 2 is the trap — whoever takes it, say your fix out loud)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7307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307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report header with f-string alignment: CASE / AGE / YEARS UNSOLVED columns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5171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1713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top to bottom, one clean output → commit, push, open PR → reviewer walks every line → merge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then ask Claude to explain (not solve) → then flag me.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OUTPUT MUST LOOK LIKE THIS (all 5 records):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                     AGE   YEARS UNSOLVED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Carter, Demarcus (M)         36                8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Reyes, Miguel (M)    32                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246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intake.py on main — merged through a reviewed PR (not pushed straight to main)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8679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867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clean start to finish: all 5 records, zero crashes, statuses standardized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44897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4897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commit from every detective on the branch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51114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511149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squad member can explain every line — reviewer verified it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5779008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8247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2 — Case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68112" cy="3017520"/>
          </a:xfrm>
          <a:prstGeom prst="roundRect">
            <a:avLst>
              <a:gd name="adj" fmla="val 242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the average victim age across all 5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TOTAL YEARS UNSOLVED line to the report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record 2's pipe problem so ONE line of code cleans any record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last one is a preview of writing general solutions — the whole game.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1280160"/>
            <a:ext cx="5468112" cy="3017520"/>
          </a:xfrm>
          <a:prstGeom prst="roundRect">
            <a:avLst>
              <a:gd name="adj" fmla="val 2424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4630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THE FIRST FILTER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 &amp; loops — your summaries learn to make decisions: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cases 5+ years old • route juveniles vs adults • loop a whole file of records instead of five variables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 for THIS lab opens next week. Ship yours first.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records became evidence today. The pile gets bigger from here — and so do you.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2026-08-18T00:02:56Z</dcterms:created>
  <dcterms:modified xsi:type="dcterms:W3CDTF">2026-08-18T00:02:56Z</dcterms:modified>
</cp:coreProperties>
</file>