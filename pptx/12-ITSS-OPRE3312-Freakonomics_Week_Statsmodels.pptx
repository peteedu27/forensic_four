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Tapped the city's live API — your token, your fetch, no intermediary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243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Banked thousands of incidents in case.db and made SQL answer questions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826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the live feed against the FBI series — and found daylight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4106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Learned: fetch once, cache, query forever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sources on the record. Today we ask the dangerous question: WHY?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62272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84464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 12 — the Freakonomics week. Correlation is cheap. Today you learn its price.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for the semester. Second half: your squad's judgment is the product.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Squads: state your pre-registered hypothesis in one sentence — staffing, economy, case mix, or wildcard. Locked before lab. That's the pre-registration.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TODO: fix later  (narrator: they did not)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Why Did Clearance Collapse?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has a theory about why cases go unsolved. Today your squad tests one — honestly, with controls, in public.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≠ causation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0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game, in one inequality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with statsmodels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regression, read line by line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Confounders &amp; controls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analyst's checklist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lab: THE FACTOR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pre-registered hypothesis vs the data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Trap, Illustrated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my machine ¯\_(ツ)_/¯</a:t>
            </a:r>
            <a:endParaRPr lang="en-US" sz="850" dirty="0"/>
          </a:p>
        </p:txBody>
      </p:sp>
      <p:pic>
        <p:nvPicPr>
          <p:cNvPr id="7" name="Image 0" descr="/home/claude/img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detectives per homicide, higher clearance — a strong correlation. Cause? Or do calmer years have both fewer murders AND better clearance? That question is today's entire lecture.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OLS: The Regression, Line by 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2 hard problems in CS: cache invalidation, naming things, and off-by-one errors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6576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64008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statsmodels.formula.api as smf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merged: year, clearance, detectives,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unemployment   (one row per year)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smf.ols(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"clearance ~ detectives + unemployment",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only factors you actually sourced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data=merged).fit()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print(model.summary())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657600"/>
          </a:xfrm>
          <a:prstGeom prst="roundRect">
            <a:avLst>
              <a:gd name="adj" fmla="val 2000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coef: +1 detective per 100 homicides ≈ +X points of clearance, HOLDING the others fixed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p-value: could chance alone produce this? (small = unlikely)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R²: how much of the story these factors tell. It will be humble. That's honest.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Analyst's Checklist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little bugs in the code... take one down, patch it around... 127 little bugs in the code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335024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Confounders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335024"/>
            <a:ext cx="6995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moves BOTH your factor and clearance? (crime waves move staffing AND case difficulty)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295144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35000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causation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350008"/>
            <a:ext cx="6995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low clearance cause budget cuts, not the other way around? Lag your factor and see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364992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364992"/>
            <a:ext cx="6995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stranger/gang shootings are harder — if their share grew, clearance falls with zero change in effort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325112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379976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4379976"/>
            <a:ext cx="6995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yearly observations (1965–2025). One regression, maybe two — not thirty until one ‘works’ (that's p-hacking)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340096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39496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5394960"/>
            <a:ext cx="6995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say ‘associated with,’ never ‘causes’ — until a design truly earns 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5897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Freakonomics lesson isn't ‘clever correlations are fun.’ It's that identifying causes is HARD — and saying so out loud is what separates analysis from advocacy.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Lagged Effects: Asking Better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SQL query walks into a bar, approaches two tables and asks: “may I JOIN you?”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does LAST year's staffing predict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year's clearance?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merged["detectives_lag1"] = 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merged["detectives"].shift(1))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 = smf.ols(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"clearance ~ detectives_lag1",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data=merged.dropna()).fit()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lead-crime hypothesis used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20-YEAR lag. Time arrows matter.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LAGS HELP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 precede effects. A lagged factor can't be caused by this year's outcome — one confounder path, cut.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bulletproof (slow-moving third causes survive) — but a real step toward honest.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 using FRED/Census: lag your factor and compare.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Analysts Look at r = 0.8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!false — it's funny because it's true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“PROOF!”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publishes, goes viral, gets corrected by a grad student within the hour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B (you)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“Interesting.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moves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of these?”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boring, careful, correct — and cited for years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cream sales correlate with drownings. Summer is the confounder. Always ask what summer is in YOUR data.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Brick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#4 — the Factor Analysis — is born today. Nobody has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what moves Dallas clearance. Your regressions, stated with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the confidence they've earned, fill an actual gap.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one hypothesis, one honest model.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13: the squads cross-examine each other.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Finals: ‘associated with’ — in public, defensibly.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— Operation: The Factor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your pre-registered hypothesis meets the data. Report what survives.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88366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88366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merged series + your factor: DPD staffing (you assemble it: FBI CDE + city budgets), FRED API (unemployment/CPI), Census ACS, or wildcard (pre-cleared)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96265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962656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src/factor.py → merged dataset + OLS summary + reports/factor_writeup.md: hypothesis, result, TWO named confounders, verdict in ‘associated-with’ language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locked at standup • one primary regression + optional lag variant • reviewed PR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120640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512064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min. Merging the data is 30 of them — budget accordingly.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feature/wk12-factor → pull your factor's data → wrangle it to one row per year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with your clearance series on year — print shape and eyeball 5 rows before modeling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pre-registered OLS → read coef, p, R² out loud as a squad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758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758184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lag-1 variant → does the story hold, strengthen, or die?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4553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5371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factor_writeup.md: hypothesis → result → two confounders → honest verdict → PR → merge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&gt;5 minutes?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 aloud to the squad → ask Claude to explain (not solve) → flag me.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TO ACHIEVE — Before You Leave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783080"/>
          </a:xfrm>
          <a:prstGeom prst="roundRect">
            <a:avLst>
              <a:gd name="adj" fmla="val 410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THE FACTOR ON RECORD: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reports/factor_writeup.md: hypothesis / result / confounders / verdict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OLS summary in the PR (coef, p-value, R-squared quoted)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uses ‘associated with’ language — zero unearned ‘causes’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factor.py + writeup merged via reviewed PR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matches what was locked at standup (no silent pivots)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98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confounders NAMED and discussed, not waved 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102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confirms the writeup's claims match the model output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751576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57972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score = this merged code on GitHub.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reviewed, yours.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/ Next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12 — The Freakonomics Week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programmers prefer dark mode? Because light attracts bugs 🐛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(no extra credit — just better)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second control variable — does your factor's coefficient survive?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factor vs clearance with the fit line → reports/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2007–2011 collapse window alone — same story?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64808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THE MODELS + CROSS-EXAMINATION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— prediction and interpretation: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case attributes predict going unsolved • train/test honesty • a neural-net taste • and each squad cross-examines another's factor writeup, confounders drawn.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writeup. It will be attacked. That's the point.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800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theory entered the lab. What walked out is smaller, humbler, and TRUE. That's science.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2026-08-17T21:34:12Z</dcterms:created>
  <dcterms:modified xsi:type="dcterms:W3CDTF">2026-08-17T21:34:12Z</dcterms:modified>
</cp:coreProperties>
</file>