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Half,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every intro skill on case data: strings → loops → containers → functions → regex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 bulletproof: files, quarantine pattern, pytest green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the Case class — five weeks of skills in one constructor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midterm briefings with evidence, not vibes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phase is history. Welcome to the second half.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8 — second half begins. Today: how professional teams actually work.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for the semester. The review phase had reference solutions; the second half doesn't. From here, the traps in the data are nobody's design — finding them IS the audit. Your squad's judgment is the product now.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Squads: 60 seconds on your briefing takeaway — what's the ONE data-quality lesson you're carrying into the real data?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TODO: fix later  (narrator: they did not)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Renovating the House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repo grew like a crime board — sticky notes everywhere. Before real data arrives, we renovate.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 strategies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feature branches beat chaos, and the alternatives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reviews that matter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checklist that catches real problems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structure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loose scripts to a Python package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lab: RENOVATION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restructure + your first cross-squad review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 Strategies: Pick One On Purpose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my machine ¯\_(ツ)_/¯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33502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Trunk-based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335024"/>
            <a:ext cx="6995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branches, merged daily — what WE run: feature/wkN-task, dead within a week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38658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386584"/>
            <a:ext cx="6995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branch per capability, lives longer — fine, until two squads-worth of drift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43814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branches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438144"/>
            <a:ext cx="6995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a version for shipping while main moves on — you'll cut one in week 15 for the deployed app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48970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‘Everyone on main’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4489704"/>
            <a:ext cx="6995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 of chaos. One bad push and the whole squad is broken. We do not speak of 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55321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 isn't sacred — having ONE, that everyone follows, is. Interviewers ask about this. Now you have an answer with 15 weeks of receipts.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Reviews That Actually Catch Things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2 hard problems in CS: cache invalidation, naming things, and off-by-one errors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reviewer's checklist — in this order: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Does it RUN?  (pull the branch, run it)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Do the tests pass?  (pytest — not optional)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Can the author EXPLAIN every line?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Names: would a stranger understand?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Any bare except? Any magic numbers?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Does it do ONE thing?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Then, and only then: style nits.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CULTURE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“LGTM” without pulling the branch is a rubber stamp, not a review.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critique the CODE, never the coder.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review another squad's PR — fresh eyes catch what familiarity hides.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review is a gift. The reviewer's name is on the merge too.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Scripts to a Package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little bugs in the code... take one down, patch it around... 127 little bugs in the code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840480"/>
          </a:xfrm>
          <a:prstGeom prst="roundRect">
            <a:avLst>
              <a:gd name="adj" fmla="val 1905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clearance_project/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requirements.txt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            # raw inputs (gitignored if big)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__init__.py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intake.py    # parse_row, load_cases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models.py    # the Case class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patterns.py  # regex extractors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tests/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test_intake.py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reports/         # outputs, charts (wk10+)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src.models import Case — your code becomes importable, like the libraries you use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 has a home. data/ has a home. Nothing lives loose in the root.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serious Python repo on GitHub looks like this. Yours will too, by standup.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venv + requirements.txt: The Sealed Evidence Room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SQL query walks into a bar, approaches two tables and asks: “may I JOIN you?”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   # Mac/Linux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.venv\\Scripts\\activate      # Windows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pytest pandas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teammate (or a Linode server) rebuilds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exact world with: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NOW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“Works on my machine” dies today.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arrives next week; Streamlit in wk14; the Linode server in wk15 installs from requirements.txt — this file IS your deployment plan.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.venv goes in .gitignore. The lockfile goes in Git.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Repos, One Semester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!false — it's funny because it's true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WEEK 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final_v2_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REAL_fixed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(1).py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scripts in the root, one named test maybe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WEEK 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  tests/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  reports/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importable, testable, deployable — an actual codebase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code. Different career trajectory.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the real data lands: MAP's homicide archive and the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Post's Dallas file. Real data deserves a real codebase —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app you deploy in week 15 is this exact structure.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renovation.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9: pandas moves in.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15: this repo, running live on a server.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Renovation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restructure into a package, seal the environment, and give another squad a real review.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src/, tests/, data/, reports/ • move your modules in • fix imports • add __init__.py, venv, requirements.txt, .gitignore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PROOF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still green from the new structure — the tests are how you renovate without breaking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TWIST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Cross-squad review: your PR is reviewed by the NEXT squad (1→2→3→4→1), using the checklist, before merge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min. Structure first, imports second, review last.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feature/wk8-renovation → create the folder skeleton (src/, tests/, data/, reports/)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mv your modules into src/ (git mv preserves history — ask why in review if you don't know)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imports (from src.intake import load_cases), add __init__.py → pytest until green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venv .venv → activate → pip install pytest → pip freeze &gt; requirements.txt → .gitignore the .venv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 → the next squad reviews with the checklist → address comments → merge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ask Claude to explain (not solve) → flag me.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STRUCTURE + REVIEW: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tree matches the package layout on slide 6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 -&gt;  all green, imported from src/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 committed; .venv ignored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shows &gt;= 2 review comments from another squad, addressed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structure merged via CROSS-SQUAD reviewed PR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green post-renovation — reviewer ran them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98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requirements.txt + .gitignore in place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squad left &gt;= 2 substantive comments on the squad you reviewed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751576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8 — The Pro Workflow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programmers prefer dark mode? Because light attracts bugs 🐛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Makefile or run.sh with your common commands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README section: how to set up this repo from zero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exact versions in requirements.txt and know why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64808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THE REAL DATA ARRIVES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NumPy — and the gloves come off: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MAP's homicide archive and the Washington Post's 1,567 Dallas cases — you download both straight from the publishers (wk09 handout, src/get_data.py). You'll build the first cut of the reconciled clearance series.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ahead: pip install pandas requests (then freeze!) • run the wk09 downloads BEFORE class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house is renovated. Now we move the evidence in.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2026-08-17T21:34:11Z</dcterms:created>
  <dcterms:modified xsi:type="dcterms:W3CDTF">2026-08-17T21:34:11Z</dcterms:modified>
</cp:coreProperties>
</file>