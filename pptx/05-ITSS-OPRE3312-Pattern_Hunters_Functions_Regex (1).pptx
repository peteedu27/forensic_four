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Week, The Unit...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96596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Deduped 60 lines into 52 real records — normalize first, always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6243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Profiled victims with list analytics (min/max/avg)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826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2826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the beats with a dict — the embryo of the week-10 map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9410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94106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Learned: right container = one line, wrong container = an evening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room is organized. Today: reusable tools and pattern-matching.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On Track?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5 — Pattern Hunters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1–7  —  Review, re-armed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8–12  —  New material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47304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13–FINALS  —  Ship it live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Week 5 of 7, review phase. Today your code becomes a toolkit.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632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REPO: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answers/wk04 is live — note that dedupe runs on normalized strings and the ranking uses sorted(dict, key=dict.get, reverse=True). If your average age differed slightly, you probably included duplicates.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09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 (5 min, right now):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Squads: how many duplicates did you catch — all 8? Anyone catch fewer because normalization came second? Own it, fix it, 60 seconds.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from Claude without reading = confession without a lawyer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Briefing: Pattern Hunters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5 — Pattern Hunters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Twice now you've retyped the intake pipeline. Never again — and then, text that has NO delimiters at all.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00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00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once, call forever — the end of copy-paste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&amp; return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15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that take input and hand back evidence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600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expressions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pattern-matching for text with no structure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315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lab: TIP LINE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 24 free-text tips for phones, dates, and case refs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Functions: def Once, Call Forever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5 — Pattern Hunters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error message is the one that never shows up. The most common is the one you ignored.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parse_record(line):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"""One messy line in, clean fields out."""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fields = line.strip().split("|")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fields[0].strip().title()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 = int(fields[2].strip())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year = int(fields[3].strip()[0:4])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fields[6].strip().upper()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name, age, year, status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records: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name, age, year, status = parse_record(line)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name(parameters):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docstring — what it does, one line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— hands the evidence back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you've typed 3 weeks running now exists in exactly ONE place. Fix a bug there, it's fixed everywhere.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function goes in your repo and never leaves. Week 6 wraps it in armor; week 7 makes it a class method.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What Happens in the Function...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5 — Pattern Hunters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“It's not a bug, it's an undocumented feature” — someone who is now debugging in production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years_unsolved(year, current=2026):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gap = current - year      # local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gap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years_unsolved(2018)   # 8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years_unsolved(2018, 2030)  # 12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print(gap)   # NameError! gap lives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# inside the function only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RULES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born in a function die there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gets OUT via return, not by leaking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parameters (current=2026) make tools flexible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that only touch their inputs are testable. Week 6's pytest depends on you building them this way.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Regex: When split() Can't Save You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5 — Pattern Hunters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programmers count from 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 = "Caller (214) 555-8121 saw a gray",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"sedan near 2214 Lawrence on 8/6/2024"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phones = re.findall(r"\(?\d{3}\)?[ -]\d{3}-\d{4}", tip)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['(214) 555-8121']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 = re.findall(r"\d{1,2}/\d{1,2}/\d{4}", tip)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['8/6/2024']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MINDSET SHIFT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have delimiters. Tips are just... sentences.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describes the SHAPE of what you want: \d = a digit, {3} = three of them, \(? = maybe a parenthesis.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the pattern; re.findall hunts.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regex looks like a cat walked on the keyboard. It reads fine once you sound it out — next slide.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Decoder Ring (Everything Today's Lab Needs)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5 — Pattern Hunters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come for the syntax, stay because your semester project is due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3502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1335024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digit (0-9)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020824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7568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\d{3}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075688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three digits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761488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1635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\d{1,2}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2816352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digits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502152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5701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\(?  \)?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3557016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optional parenthesis (\ means: the literal character, not regex magic)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242816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0" y="4297680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character from this set: a space or a dash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983480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03834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CC-\d{5}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0" y="5038344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literal ‘CC-’ followed by five digits — a case reference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5724144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77900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[Bb]eat (\d{3})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57600" y="5779008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‘Beat’ or ‘beat’, then capture () just the 3-digit number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+ Regex = A Lead Extractor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5 — Pattern Hunters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TODO: fix later  (narrator: they did not)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566160"/>
          </a:xfrm>
          <a:prstGeom prst="roundRect">
            <a:avLst>
              <a:gd name="adj" fmla="val 2051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extract_phones(text):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re.findall(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r"\(?\d{3}\)?[ -]\d{3}-\d{4}", text)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extract_case_refs(text):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re.findall(r"CC-\d{5}", text)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tip in enumerate(tips, start=1):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phones = extract_phones(tip)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refs = extract_case_refs(tip)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print(f"TIP {i}: phone={phones} case={refs}")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function, one pattern, one job.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extract_everything(text) — that function can't be tested, named, or trusted.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tools compose into big analyses. This is the whole philosophy of the second half of the course.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Regex Experience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5 — Pattern Hunters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on my machine ¯\_(ツ)_/¯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PATTERN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\(?\d{3}\)?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-]\d{3}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“perfectly clear, a masterpiece, ship it”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IT NEXT WEEK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wrote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this??”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3796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blame: it was you. It was always you.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why every regex in this class lives inside a named, docstringed function. The name is the documentation.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Brick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case narratives, 911 notes, and news archives are free text.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analysts who can mine unstructured text find the leads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else scrolls past.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24 tips, 4 extractors.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extractors wrapped in tests.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9+: the same skills sweep real Dallas records.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 — Operation: Tip 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5 — Pattern Hunters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24 raw tip narratives. Mine every phone, date, case ref, and beat — and count the leads that die without a callback.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8366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91840" y="188366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wk05_data_tipline.txt — 24 fictional tip-line entries. Mixed phone formats, THREE date formats, case refs, beat mentions.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6265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962656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pattern_hunt.py — extractor functions (one per pattern) + a per-tip summary + the callback count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4041648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feature/wk5-patterns • every extractor is a def with a docstring • reviewed PR by standup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5120640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min. One extractor working end-to-end beats four half-built ones.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5 — Pattern Hunters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wk05 data → branch feature/wk5-patterns — read five tips out loud first; SEE the patterns before you code them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extract_phones() and test it on one tip you can verify by eye — then run it on all 24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the rest across the squad: extract_case_refs(), extract_beats(), extract_iso_dates() + extract_us_dates()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7581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758184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summarize_tip() that calls your extractors and formats one line per tip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45537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55371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callback count (tips with ≥ 1 phone vs without) → run clean → PR → review → merge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&gt;5 minutes?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 aloud to the squad → ask Claude to explain (not solve) → flag me.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TO ACHIEVE — Before You Leave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5 — Pattern Hunters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1783080"/>
          </a:xfrm>
          <a:prstGeom prst="roundRect">
            <a:avLst>
              <a:gd name="adj" fmla="val 4103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REPORT ENDS LIKE THIS (numbers must match):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75564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Tips processed:       24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Tips with a callback: 15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Tips with NO callback: 9  &lt;- these leads die without follow-up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pattern_hunt.py merged via reviewed PR — every extractor is its own def with a docstring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extractor catches BOTH formats: (214) 555-1234 and 214-555-1234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98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44988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numeric date formats extracted (month-name dates are the stretch)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102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spot-checks 3 tips by eye against the script's output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751576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972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score = this merged code on GitHub.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Timestamped, reviewed, yours.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Early? / Next Week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5 — Pattern Hunters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2 hard problems in CS: cache invalidation, naming things, and off-by-one errors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(no extra credit — just better)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month-name dates: ‘August 13, 2024’ (hint: (January|February|...)…)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addresses: \d+ followed by street words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unique phones only — you own a dedupe tool from week 4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BULLETPROOF INTAKE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and exceptions — for real this time: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open() an actual 100-row CSV • rows WILL be corrupt • try/except quarantines them instead of crashing • your first pytest suite proves the parser works.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next week, your code stops being scripts and starts being software.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8006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Twenty-four unstructured tips became structured leads. That's a skill most analysts never build.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2026-08-17T01:13:44Z</dcterms:created>
  <dcterms:modified xsi:type="dcterms:W3CDTF">2026-08-17T01:13:44Z</dcterms:modified>
</cp:coreProperties>
</file>