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Week, The Unit...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965960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Loaded the real archives: MAP's FBI data + WaPo's 1,567 Dallas cases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2432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262432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the first cut: dallas_series.csv, clearance by year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32826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3282696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auditor's sanity checks — and found suspicious years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4106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941064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Learned: a rate over 100% is a finding, not a bug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i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series exists. Today it becomes something people can SEE.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On Track?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1–7  —  Review, re-armed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25112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4EA72E"/>
          </a:solidFill>
          <a:ln w="12700">
            <a:solidFill>
              <a:srgbClr val="4EA7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8–12  —  New material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47304" y="1234440"/>
            <a:ext cx="3566160" cy="822960"/>
          </a:xfrm>
          <a:prstGeom prst="roundRect">
            <a:avLst>
              <a:gd name="adj" fmla="val 888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4464" y="1234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WKS 13–FINALS  —  Ship it live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2920" y="22860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Week 10 — visualization week. Findings that can't be seen don't exist.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11155680" cy="1417320"/>
          </a:xfrm>
          <a:prstGeom prst="roundRect">
            <a:avLst>
              <a:gd name="adj" fmla="val 516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6324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REPO: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for the semester. The review phase had reference solutions; the second half doesn't. From here, the traps in the data are nobody's design — finding them IS the audit. Your squad's judgment is the product now.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177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091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STANDUP (5 min, right now):  </a:t>
            </a:r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Squads: what was your most suspicious year, and why? 45 seconds — note where squads AGREE. Agreement across independent analyses is evidence.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Debugging: being the detective in a crime movie where you are also the murderer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Briefing: Making It Visible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CSV convinces you. A chart convinces a newsroom. A map convinces a council office. Today: both.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600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600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chart — publication-grade, scripted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17920" y="192024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23774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7315200" y="221284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honesty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315200" y="277977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axes, baselines, and how charts lie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EA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1600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00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WaPo's lat/longs on a real map of Dallas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737360"/>
          </a:xfrm>
          <a:prstGeom prst="roundRect">
            <a:avLst>
              <a:gd name="adj" fmla="val 4211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43434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21" name="Text 19"/>
          <p:cNvSpPr/>
          <p:nvPr/>
        </p:nvSpPr>
        <p:spPr>
          <a:xfrm>
            <a:off x="7315200" y="4178808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lab: THE PICTURE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7315200" y="4745736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 chart + low-arrest-zone map, committed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matplotlib: The Trend Chart, Scripted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Copy-paste from Claude without reading = confession without a lawyer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529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pd.read_csv("reports/dallas_series.csv")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fig, ax = plt.subplots(figsize=(11, 4.5))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ax.plot(s["year"], s["clearance"] * 100,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color="#196B24", lw=2.5)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ax.set_ylabel("Homicide clearance (%)")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ax.set_ylim(0, 100)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fig.savefig("reports/clearance_trend.png",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dpi=150, bbox_inches="tight")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749040"/>
          </a:xfrm>
          <a:prstGeom prst="roundRect">
            <a:avLst>
              <a:gd name="adj" fmla="val 1951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SCRIPTED &gt; CLICKED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chart is CODE: rerun it when data updates, review it in a PR, cite it in the methodology.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savefig to reports/ — charts are artifacts, committed like code.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figsize, lw, dpi: the difference between a homework plot and a publishable one.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Charts Lie (Don't Be This Chart)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error message is the one that never shows up. The most common is the one you ignored.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3502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Truncated y-axis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335024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starting at 55% makes a 3-point dip look like a collapse — rates get a 0–100 axis, period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33172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8658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Cherry-picked window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2386584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1985–1990 tells a different story than 1980–2025 — show the full series, annotate the window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43814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hidden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3438144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connecting a line straight across a 3-year gap invents data — break the line, mark the gap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4434840"/>
            <a:ext cx="1115568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489704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Unlabeled definition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4489704"/>
            <a:ext cx="6812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‘clearance’ by whose definition? The axis label says which source, always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553212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charts will be screenshotted and argued with. Build them so the argument is about Dallas, not about your axes.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folium: The Map of Dallas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“It's not a bug, it's an undocumented feature” — someone who is now debugging in production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6766560" cy="3840480"/>
          </a:xfrm>
          <a:prstGeom prst="roundRect">
            <a:avLst>
              <a:gd name="adj" fmla="val 1905"/>
            </a:avLst>
          </a:prstGeom>
          <a:solidFill>
            <a:srgbClr val="F0F0EE"/>
          </a:solidFill>
          <a:ln w="12700">
            <a:solidFill>
              <a:srgbClr val="D0D0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44168"/>
            <a:ext cx="640080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folium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folium.Map(location=[32.78, -96.80],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zoom_start=11)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_, row in wapo.iterrows():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color = ("orange" if row["disposition"]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== "Open/No arrest" else "green")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folium.CircleMarker(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[row["lat"], row["lon"]],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radius=3, color=color, fill=True,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).add_to(m)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m.save("reports/dallas_map.html")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52360" y="1234440"/>
            <a:ext cx="4206240" cy="3840480"/>
          </a:xfrm>
          <a:prstGeom prst="roundRect">
            <a:avLst>
              <a:gd name="adj" fmla="val 1905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APPEARS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635240" y="1783080"/>
            <a:ext cx="384048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1,567 dots on the city. Orange = no arrest.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orange doesn't spread evenly. It pools — southeast Dallas, the Forest/Audelia corridor. WaPo saw it through 2017.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.html file opens in any browser — and embeds in week 14's dashboard.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530352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exact map on your week-1 slide 12. It stops being a promise today.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 Audiences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programmers count from 0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8580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SQUAD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df.describe()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012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convinced by the numbers, suspicious of the colors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3716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96B24"/>
          </a:solidFill>
          <a:ln w="12700">
            <a:solidFill>
              <a:srgbClr val="196B2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6002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ELSE ON EARTH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537960" y="24688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D8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🗺️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537960" y="388620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convinced by the picture — which is why the picture must be HONEST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21208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Analysts who can only make numbers stay analysts. Analysts who can make honest pictures change budgets.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6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Today's Brick Matters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97280" y="1920240"/>
            <a:ext cx="9966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disparity deliverable is a map. The audit deliverable opens with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trend chart. Council offices and newsrooms don't read CSVs —</a:t>
            </a:r>
            <a:endParaRPr lang="en-US" sz="2100" dirty="0"/>
          </a:p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read exactly what you build today.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1097280" y="4023360"/>
            <a:ext cx="9966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Today: the chart + the 2007–2017 map.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11: live city data extends the map to NOW.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D3EC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14: both, interactive, in your dashboard.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SQUAD LAB — Operation: The Picture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Mission: the trend chart and the low-arrest map, publication-honest, committed to reports/.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883664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EVIDENCE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1883664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own reports/dallas_series.csv + wk09's wapo_dallas.csv (lat/lon + disposition columns)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62656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2962656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src/charts.py → reports/clearance_trend.png • src/casemap.py → reports/dallas_map.html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41648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041648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feature/wk10-picture • y-axis 0–100, source in the axis label, gaps broken not bridged • reviewed PR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5065776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120640"/>
            <a:ext cx="237744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120640"/>
            <a:ext cx="822960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~45 min. Chart first (it's your own CSV), map second.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Steps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feature/wk10-picture → charts.py: plot your series, 0–100 axis, title + source label, savefig to reports/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16712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25880" y="2167128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 your #1 suspicious year on the chart (ax.annotate) — the chart should make your week-9 argument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96265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casemap.py: folium map, CircleMarkers colored by disposition, save dallas_map.html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85800" y="37581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both artifacts and LOOK: does the orange pool where you expected? Note 2 observations in the PR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85800" y="455371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25880" y="4553712"/>
            <a:ext cx="10241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both artifacts + both scripts → PR → review (reviewer opens the files) → merge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559552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 &gt;5 minutes?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error aloud to the squad → ask Claude to explain (not solve) → flag me.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TO ACHIEVE — Before You Leave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11155680" cy="1783080"/>
          </a:xfrm>
          <a:prstGeom prst="roundRect">
            <a:avLst>
              <a:gd name="adj" fmla="val 4103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35331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TWO ARTIFACTS: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1755648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reports/clearance_trend.png — full series, 0-100 axis, annotated suspicious year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reports/dallas_map.html — 1,567 markers, colored by arrest outcome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description: 2 written observations about where the orange pools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scripts + both artifacts merged via reviewed PR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895344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80160" y="3895344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 passes the honesty checklist (reviewer verifies axes/labels/gaps)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4498848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280160" y="4498848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 opens in a browser and renders all markers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5102352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80160" y="5102352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written in the PR — they seed the disparity writeup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5751576"/>
            <a:ext cx="11155680" cy="640080"/>
          </a:xfrm>
          <a:prstGeom prst="roundRect">
            <a:avLst>
              <a:gd name="adj" fmla="val 11429"/>
            </a:avLst>
          </a:prstGeom>
          <a:solidFill>
            <a:srgbClr val="FDE4D6"/>
          </a:solidFill>
          <a:ln w="12700">
            <a:solidFill>
              <a:srgbClr val="FDE4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797296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71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week's score = this merged code on GitHub.  </a:t>
            </a:r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Timestamped, reviewed, yours.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Early? / Next Week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E9713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6583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ITSS/OPRE 3312  LECTURE 10 — The Picture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365992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852160" y="629107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Python: come for the syntax, stay because your semester project is due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 (no extra credit — just better)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 5-year rolling average line to the trend chart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map markers by victim age group instead of disposition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the map → reports/ so it renders in the README
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90488" y="1280160"/>
            <a:ext cx="5468112" cy="3200400"/>
          </a:xfrm>
          <a:prstGeom prst="roundRect">
            <a:avLst>
              <a:gd name="adj" fmla="val 2286"/>
            </a:avLst>
          </a:prstGeom>
          <a:solidFill>
            <a:srgbClr val="D3ECC4"/>
          </a:solidFill>
          <a:ln w="12700">
            <a:solidFill>
              <a:srgbClr val="D3E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64808" y="1463040"/>
            <a:ext cx="49377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LIVE EVIDENCE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APIs + SQL: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requests hits the Dallas OpenData SODA API — no more files from me, you fetch from the city • results land in SQLite • SQL asks the questions.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a free app token at dallasopendata.com before class.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2920" y="480060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96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chart and a map that didn't exist this morning, built from real records, honest by design. That's the picture.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2026-08-17T21:34:11Z</dcterms:created>
  <dcterms:modified xsi:type="dcterms:W3CDTF">2026-08-17T21:34:11Z</dcterms:modified>
</cp:coreProperties>
</file>