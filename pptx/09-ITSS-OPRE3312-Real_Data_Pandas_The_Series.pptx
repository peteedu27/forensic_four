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6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Week, The Unit...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965960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 a branching strategy on purpose — and can defend it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243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6243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the first cross-squad reviews with the checklist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28269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328269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Restructured into src/ tests/ data/ reports/ — pytest still green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9410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94106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Sealed the environment: venv + requirements.txt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codebase is professional. Today, the data gets real. Treat it that way.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We On Track?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9 — The Reconciled Series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1–7  —  Review, re-armed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25112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62272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8–12  —  New material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47304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84464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13–FINALS  —  Ship it live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Week 9 — real data week. Today the mission stops being practice.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06324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REPO:  </a:t>
            </a:r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for the semester. The review phase had reference solutions; the second half doesn't. From here, the traps in the data are nobody's design — finding them IS the audit. Your squad's judgment is the product now.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61772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7091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 (5 min, right now):  </a:t>
            </a:r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Squads: confirm everyone has pandas installed and can import it. Environment problems die in the first 10 minutes, not minute 40.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happens.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Briefing: The Real Evidence Arrives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9 — The Reconciled Series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Downloaded today, straight from the publishers: MAP's FBI homicide data and the Washington Post's 1,567 Dallas cases. Nobody has reconciled them. That starts now.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377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600200" y="22128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DataFrame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600200" y="277977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spreadsheet with superpowers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46520" y="2377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315200" y="22128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&amp; selecting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315200" y="277977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rows out of a national file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8862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43434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1600200" y="41788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groupby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00200" y="474573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counting pattern you hand-built in wk4 — one line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46520" y="43434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7315200" y="41788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lab: FIRST CUT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315200" y="474573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clearance-by-year for Dallas + the suspicious-year list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pandas: Loading the Archive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9 — The Reconciled Series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don't always test my code. But when I do, I do it in production.” — nobody on this team, ever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1344168"/>
            <a:ext cx="640080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pd.read_csv("data/map_ucr.csv")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           # (rows, columns)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         # what fields exist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          # eyeball the first 5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df["ORI"].nunique()      # how many agencies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dallas = df[df["ORI"] == "TXDPD00"]  # Dallas PD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MOVES, ALWAYS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→ head → columns before ANY analysis. Know what you're holding.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df[condition] filters rows — week 3's if-inside-a-loop, vectorized.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quarantine instincts transfer: check for nulls with df.isna().sum(). Filter on ORI, not name — four US agencies are called ‘Dallas’.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read_csv call loads more homicide records than every drill file combined. Weight, remembered.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groupby: Week 4's Dict, One 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9 — The Reconciled Series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Programmer (n): a machine that turns coffee into code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6576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1344168"/>
            <a:ext cx="640080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wk4: 12 lines of dict counting.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pandas: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per_year = dallas.groupby("YEAR").agg(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reported=("MRD", "sum"),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cleared=("CLR", "sum"),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per_year["clearance"] = 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per_year["cleared"] / per_year["reported"]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per_year.to_csv("reports/dallas_series.csv")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657600"/>
          </a:xfrm>
          <a:prstGeom prst="roundRect">
            <a:avLst>
              <a:gd name="adj" fmla="val 2000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groupby("YEAR") — one bucket per year. MRD = murders reported, CLR = cleared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.agg — what to compute per bucket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columns from old — the clearance rate is born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to_csv — your first published artifact. This file is deliverable #1's skeleton.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Picture You're Building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9 — The Reconciled Series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people see a problem and think “I'll use regex.” Now they have two problems.</a:t>
            </a:r>
            <a:endParaRPr lang="en-US" sz="850" dirty="0"/>
          </a:p>
        </p:txBody>
      </p:sp>
      <p:pic>
        <p:nvPicPr>
          <p:cNvPr id="7" name="Image 0" descr="/home/claude/img_gap_se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1234440"/>
            <a:ext cx="9692640" cy="4069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4406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Illustrative, not yet real — by standup, your squad's version of the green line exists. The orange line and the gap: weeks 11–12.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Sanity Checks: Auditor's Instincts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9 — The Reconciled Series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is a love letter you write to your future self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1344168"/>
            <a:ext cx="640080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rates must live between 0 and 1... right?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per_year[per_year["clearance"] &gt; 1]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gaps in the series?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years = per_year.index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set(range(1980, 2026)) - set(years)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sudden jumps?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per_year["clearance"].diff().abs()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.sort_values(ascending=False).head()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DALLAS'S OWN DASHBOARD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city's Datapoints site admits its clearance measure “can exceed 100%” — prior-year clearances inflate the numerator.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rate over 100% isn't a bug in your code. It's a FINDING about how clearance is counted. Write those years down.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not cleaning data anymore. You're auditing it. Different verb, same skills, higher stakes.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pandas Conversion Experience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9 — The Reconciled Series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of coding can save you hours of planning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1600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2–7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4688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lines,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artisanal,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hand-crafted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60120" y="38862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you needed every one of them to understand this: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37960" y="1600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df.groupby(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"Year").agg(...)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37960" y="38862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— and now you know EXACTLY what it's doing under the hood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52120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the review phase existed. pandas is magic you can now explain — which makes it a tool, not a spell.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6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Today's Brick Matters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" y="1920240"/>
            <a:ext cx="9966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#1 — the corrected, definition-consistent Dallas series —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existing today. Anyone can chart what Dallas told the FBI.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squad starts checking whether it's true.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97280" y="402336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the FBI-reported series + the suspicious-year list.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10: the picture. Week 11: the city's own numbers, live.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12: the reconciliation. That's the audit.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LAB — Operation: First Cut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9 — The Reconciled Series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Mission: build Dallas's clearance-by-year series from the real archive, and flag every year that smells wrong.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883664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91840" y="1883664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data/map_ucr.csv (MAP's FBI archive, murderdata.org) + data/wapo_dallas.csv (the Post's 1,567 cases, filtered from the Post's GitHub file by your src/get_data.py). Real records. Real victims. Aggregate analysis only.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2962656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962656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src/series.py → writes reports/dallas_series.csv (year, reported, cleared, clearance) + prints the 5 most suspicious years with WHY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986784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4041648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91840" y="4041648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feature/wk9-series • sanity checks are mandatory, not stretch • reviewed PR by standup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065776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5120640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CLOCK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291840" y="5120640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 min. shape/head first. Series second. Suspicion last.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9 — The Reconciled Series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371600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-m src.get_data (downloads both files into data/) → branch feature/wk9-series → shape, head, columns on BOTH files before any code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21671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2167128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the MAP file to ORI == "TXDPD00" (Dallas PD, 61 rows, 1965–2025) — confirm the row count before trusting it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5800" y="296265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2962656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groupby year → reported, cleared, clearance rate → write reports/dallas_series.csv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85800" y="37581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3758184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three sanity checks: rates &gt; 100%, missing years, biggest year-over-year jumps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85800" y="45537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4553712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your 5 most suspicious years, one line of reasoning each → PR → review → merge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548640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5559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&gt;5 minutes?  </a:t>
            </a:r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error aloud to the squad → ask Claude to explain (not solve) → flag me.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TO ACHIEVE — Before You Leave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9 — The Reconciled Series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1783080"/>
          </a:xfrm>
          <a:prstGeom prst="roundRect">
            <a:avLst>
              <a:gd name="adj" fmla="val 4103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3533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THE FIRST CUT: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755648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reports/dallas_series.csv committed: year, reported, cleared, clearance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Sanity check output in the PR description (rates&gt;1? gaps? jumps?)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SUSPICIOUS YEARS: 5 listed, each with a one-line reason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pytest  -&gt;  still green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32918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series.py merged via reviewed PR; CSV committed to reports/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89534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80160" y="389534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covers every year present in the source — gaps NOTED, not papered over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4988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80160" y="44988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Suspicious-year reasoning is in the PR (this text seeds the audit writeup)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1023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80160" y="51023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hand-edited the CSV — everything reproducible from series.py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5751576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240" y="5797296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week's score = this merged code on GitHub.  </a:t>
            </a:r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Timestamped, reviewed, yours.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Early? / Next Week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9 — The Reconciled Series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case of fire: git commit, git push, THEN leave the building 🔥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468112" cy="3200400"/>
          </a:xfrm>
          <a:prstGeom prst="roundRect">
            <a:avLst>
              <a:gd name="adj" fmla="val 22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6304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(no extra credit — just better)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WaPo's yearly arrest counts as a second source column — do the sources agree?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the cumulative unsolved pile per year (reported − cleared, summed)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the series by decade — which decade added the most cold cases?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0488" y="1280160"/>
            <a:ext cx="5468112" cy="3200400"/>
          </a:xfrm>
          <a:prstGeom prst="roundRect">
            <a:avLst>
              <a:gd name="adj" fmla="val 2286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64808" y="146304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WEEK: THE PICTURE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 + folium: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series becomes the trend chart • WaPo's lat/longs become the Dallas map • low-arrest zones appear for 2007–2017.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finding nobody can see isn't a finding yet.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48006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cut of a series nobody has ever built is sitting in your repo. Let that land.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2026-08-17T21:34:11Z</dcterms:created>
  <dcterms:modified xsi:type="dcterms:W3CDTF">2026-08-17T21:34:11Z</dcterms:modified>
</cp:coreProperties>
</file>