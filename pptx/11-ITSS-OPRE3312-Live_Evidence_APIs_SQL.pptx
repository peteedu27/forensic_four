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the trend chart — full series, honest axes, annotated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folium map: 1,567 cases, orange pooling where WaPo found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the chart-honesty checklist — argue about Dallas, not your axes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artifacts like code: scripted, reviewed, reproducible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been handed files all semester. That ends in the next ninety minutes.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11 — live data week. You fetch from the city yourself now.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for the semester. The review phase had reference solutions; the second half doesn't. From here, the traps in the data are nobody's design — finding them IS the audit. Your squad's judgment is the product now.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everyone has a Dallas OpenData app token? Anyone blocked, fix it in minute one — the API is today's oxygen.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TODO: fix later  (narrator: they did not)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Straight From the Source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WaPo's map stops in 2017. The city's live incident feed picks up from 2014 and never stops. Today you tap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+ JSON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a web API and reading its answer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SODA API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OpenData's query language in a URL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queryable database, one file, zero setup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THE TAP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murder incidents 2014–now → case.db → three questions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requests: Asking the City a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my machine ¯\_(ツ)_/¯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("https://www.dallasopendata.com"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"/resource/qv6i-rri7.json")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"$where": "offincident like '%MURDER%'",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"$limit": 5000,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"$$app_token": TOKEN,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requests.get(URL, params=params)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r.raise_for_status()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 = r.json()   # list of dicts!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SHAPE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returns JSON — which lands in Python as lists and dicts. Week 4 prepared you.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raise_for_status() — the quarantine instinct: fail loudly, not silently.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$where / $limit: SODA's query params. The docs at dev.socrata.com are genuinely good.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The Case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2 hard problems in CS: cache invalidation, naming things, and off-by-one errors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sqlite3, pandas as pd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pd.DataFrame(incidents)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= sqlite3.connect("data/case.db")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df.to_sql("incidents", con,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if_exists="replace", index=False)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pd.read_sql("""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servyr AS year, COUNT(*) AS murders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incidents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servyr ORDER BY servyr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""", con)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DATABASE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is slow and rate-limited — fetch ONCE, query forever locally.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SQL's SELECT/WHERE/GROUP BY is pandas' filter/groupby wearing a suit. You already think this way.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case.db is what week 14's dashboard reads. You're building its backend right now.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3035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once, store locally, query fast. That pattern runs half the internet.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Starter Kit (Everything Today Needs)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little bugs in the code... take one down, patch it around... 127 little bugs in the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33502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cols FROM 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335024"/>
            <a:ext cx="6629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columns, which table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16712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 &gt;= 2020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167128"/>
            <a:ext cx="6629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rows — week 3's if, in a suit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299923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beat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999232"/>
            <a:ext cx="6629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4's dict / week 9's groupby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776472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383133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COUNT(*), AVG(x)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831336"/>
            <a:ext cx="6629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per group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608576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46634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 DESC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4663440"/>
            <a:ext cx="6629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it — most burdened first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440680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549554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5495544"/>
            <a:ext cx="6629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ten only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Rite of Passage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SQL query walks into a bar, approaches two tables and asks: “may I JOIN you?”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SEMESTER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“pull wk0N data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Canvas”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wheels, lovingly provided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requests.get(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city_of_dallas)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and the source, no intermediary — how it works from now on, forever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an analyst first pulls live data from a public API is the moment they stop being a student of data.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compares three voices: what Dallas told the FBI (wk9),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WaPo compiled (wk10), and what the city's own live feed says —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voice. Reconciling all three is deliverable #2.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tap is open, case.db exists.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12: the three sources meet the models.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14: the dashboard queries case.db live.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The Tap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fetch every murder incident from the city's live feed, bank it in SQLite, and make it answer three questions.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Dallas OpenData RMS incidents API (2014–now) — your token, your fetch. Aggregate analysis only, as always.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src/fetch_city.py (API → data/case.db) + src/queries.py printing three answers: murders per year, top 5 beats, % in your squad's chosen slice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feature/wk11-tap • fetch once + cache (don't hammer the API in a loop) • reviewed PR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min. Get ONE page of JSON printing before anything else.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feature/wk11-tap → fetch ONE page (limit 10), print it, and READ the field names — they're not what you'd guess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real fetch: murder filter, $limit paging, raise_for_status, save raw JSON to data/ as your cache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into SQLite via DataFrame.to_sql → confirm row count with SELECT COUNT(*)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three queries: per-year counts, top-5 beats since 2014, one slice your squad chooses (year range, area, month…)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per-year counts vs your wk9 FBI series where they overlap → note agreement/disagreement in the PR → merge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THE TAP IS OPEN: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data/case.db exists; SELECT COUNT(*) printed in PR (thousands of rows)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query answers printed: per-year, top-5 beats, squad's slice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note: where the live feed AGREES/DISAGREES with the wk9 FBI series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fetch_city.py + queries.py merged via reviewed 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is cached — rerunning does not re-hammer the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ranking echoes week 4's toy version — now on real, current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agree/disagree note is written — it's the seed of the reconciliation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11 — Live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!false — it's funny because it's true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WHERE clause excluding unfounded/reclassified offenses — read the data dictionary to find how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the live per-year counts on top of your wk9 series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officer-involved shootings (resource 4gmt-jyx2) or a second offense category as a second table in case.db — Dallas publishes no historical 911 table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THE FREAKONOMICS WEEK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statsmodels — correlation vs causation, for real: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squad pre-registers ONE hypothesis (staffing? economy? case mix?) • pulls the external factor • runs the regression • and defends the confounders.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with a theory you're willing to have destroyed.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tapped the city itself today. Three voices on the record now — and they don't all agree. Good.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2026-08-17T21:34:11Z</dcterms:created>
  <dcterms:modified xsi:type="dcterms:W3CDTF">2026-08-17T21:34:11Z</dcterms:modified>
</cp:coreProperties>
</file>