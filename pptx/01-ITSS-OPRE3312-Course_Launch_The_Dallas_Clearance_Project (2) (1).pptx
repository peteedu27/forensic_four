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473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7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57200" y="3703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Applied Python 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Franson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5405" y="56115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DALLAS CLEARANCE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6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mid-1960s, America solved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out of 10 murders.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2020, the national clearance rate fell to about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— the lowest ever recorded.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the people murdered in America will never see an arrest.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Comes Home: Dallas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cold case homicides sit open in Dallas today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7992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~20,000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53712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unsolved homicides across Texas as of 2020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47304" y="13716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0184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SMALL UNIT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75904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detectives works Dallas cold cases — most solved only when new tech (DNA) surfaces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open case is a family without an answer — and a data record nobody has fully assembled.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 That Cannot Both Be True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Murder clearance Dallas PD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locally for 2020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675120" y="3200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FBI's national records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for the same year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CBS News investigation surfaced the gap. DPD investigated itself, found reporting-process errors, and began correcting the record. </a:t>
            </a:r>
            <a:r>
              <a:rPr lang="en-US" sz="1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analysts changed official data. Once.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6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6304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everyone know that in a department we are basically going to be as good as our murder clearance rate?”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63040" y="3840480"/>
            <a:ext cx="9235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asked of Renee Hall, former Dallas Police Chief.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own father's murder, a Detroit police officer killed in the line of duty, was never solved.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5212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clearance rate is not a statistic. It is a promise kept or broken.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7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chart what Dallas told the FBI. No one has audited whether those numbers are true — decade by decade.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know at least one year was off by half. Not DPD, not the FBI, not any newsroom has done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semester, we build it. In Python. In public. Together.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Tried — and Where Each One Stops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8930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UCR / Crime Data Explorer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12893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series to the 1960s; the ‘official’ record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289304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Self-reported; Dallas sent bad numbers; NO clearance table even published for 2021 (NIBRS chaos)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58568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Murder Accountability Project + Crime Data Assistant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0" y="231343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complete homicide archive; AI tool charts any city's numbers instantly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31343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chart whatever Dallas TOLD the FBI — including the broken years. Charting ≠ auditing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Post ‘Unsolved’ (2018)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333756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1,567 Dallas homicides mapped, 2007–17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35240" y="333756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 2018 — and Dallas is 1 of only 3 cities with NO victim-race data in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306824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36168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‘Crime Without Punishment’ (2022)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436168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78% vs 39%; DPD began correcting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35240" y="4361688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ONE year. No evidence the other 40+ were ever re-checked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330952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538581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UChicago Crime Lab (Chicago, 1965–now)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0" y="538581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university built exactly this — for Chicago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35240" y="538581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the model works. Nobody has built it for Dallas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2668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History of Why the Record Is Broken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44168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Paper-era records; UCR summary counts only — no case detail leaves Dallas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85416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1990s–2000s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07568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RMS arrives; definitions of 'cleared' drift between local and federal reporting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26664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91693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2007–2011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2916936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clearance collapses into the 40s while murders climb — the pile grows fastest here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867912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75818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3758184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WaPo asks for victim data; DPD withholds demographic fields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5994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45994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retires UCR for NIBRS — many agencies drop out; the national series fractures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550408"/>
            <a:ext cx="128016" cy="566928"/>
          </a:xfrm>
          <a:prstGeom prst="rect">
            <a:avLst/>
          </a:prstGeom>
          <a:solidFill>
            <a:srgbClr val="4EA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5440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5440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finds 78% vs 39%; DPD corrects one year of records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Never Been Done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1481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CORRECTED series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charts what Dallas told the FBI — including the broken years. We reconcile FBI, MAP, WaPo, and city data into the first corrected, definition-consistent series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23760" y="14813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year, not 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0574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local-vs-FBI reporting gap year by year — CBS proved a single year can force corrections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508760" y="3721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disparity analysis WaPo couldn't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gave WaPo no victim-race data — but FBI SHR records carry it. Join them: the analysis Dallas has never had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23760" y="3721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WHY it collapsed + publish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23760" y="4297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has modeled staffing, economics, and case mix against Dallas clearance — shipped as public GitHub + live apps others can cite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Pull This Off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GET CORRECTED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exists: when the one-year gap was exposed, DPD fixed its state and national records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7992" y="1600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GETS CITED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3712" y="2560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Journalists, criminologists, and council offices lack exactly this dataset — you become the source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47304" y="13716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0184" y="16002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MOVE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Disparity maps and staffing analysis are the evidence council districts use to argue for detectives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work. Real consequences. That is the whole point of this class.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6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288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“Without you pushing the issues, we would have never known.”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3931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Dallas PD data management, to the analysts who found the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time, the ones pushing are you.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Mission: Four Class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45-YEAR SERIES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continuous, definition-consistent Dallas homicide clearance dataset, 1980–2025 — fully documented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REPORTING-GAP AUDIT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Year-by-year local vs FBI discrepancy, quantified — finishing what CBS started for one year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DISPARITY &amp; GEOGRAPHY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Solve-rate gaps by victim demographics + the updated low-arrest-zone map of Dallas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7490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FACTOR ANALYSIS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models testing what actually moves clearance: staffing, economics, case mix, and beyond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Class “Advanced”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new syntax.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class:  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data, solo work, toy problems, code that dies when class ends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2783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class:  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real data, a team, merge conflicts, tests</a:t>
            </a:r>
            <a:r>
              <a:rPr lang="en-US" sz="160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deadlines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= applying everything you know, plus everything we add,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real-world conditions, to a problem that matters.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You Already Carry (ITSS 3311)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44475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Syntax, variables, types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44475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&amp; f-formatting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36792" y="144475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89136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98864" y="144475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&amp; iteration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267919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Lists, sets, dicts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64992" y="2606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67919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 recursion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7064" y="2606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36792" y="267919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expressions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89136" y="2606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98864" y="267919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391363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&amp; assertions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64992" y="38404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391363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debugging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27064" y="38404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391363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OOP: classes &amp; inheritance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89136" y="38404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98864" y="391363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taste of ML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2–7: every one of these returns — retrained on real case data, in teams, in Git.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You Will Add (Weeks 8–15)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5361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branching, PRs, code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5361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0848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wrangling at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5361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SQL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4224" y="20848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city data, queryable stores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89136" y="13716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98864" y="15361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26296" y="20848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+ folium maps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33649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913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confounders, causal thinking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64992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33649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02152" y="3913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pipelines + a neural net taste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7064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36792" y="33649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4224" y="3913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apps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89136" y="32004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98864" y="33649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&amp; Linode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26296" y="3913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SSH, servers, LIVE deployment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skill exists to ship the mission. Nothing is taught “just in case.”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Toolchain — Professional From Day 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workshop. Editor, terminal, debugger, Git — one window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813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pair programmer. Use it to explain, review, and unblock — you must be able to defend every line you commit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721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evidence chain. Every change tracked, every merge reviewed — squad repos live in the class org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4E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721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engine. venvs per project, requirements.txt, packaged code — no more loose scripts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4 Detectives, One Semester, No Trades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repo, runs standup, breaks 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ingestion &amp; cleaning pipelines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7064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6792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4224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stats, models, and findings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89136" y="13258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98864" y="15087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26296" y="2011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tests, packaging, and the Linode box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rotate every 4 weeks — everyone deploys, everyone wrangles.
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squad is your unit for the whole semester. Real teams don't get re-rolled when it gets hard.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Git Ritual (Every Squad, Every Week)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4EA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feature/wkN-task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03704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59736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5456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05456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Claude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6052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16552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62272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62272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messaged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17336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73368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19088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before standup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7415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30184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75904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75904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approves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309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28700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3272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33272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main = it ships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3977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is protected. Nothing touches main without a reviewed PR — exactly like a professional team.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46177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week 15 this is muscle memory. It goes on your resume as “branching-strategy team workflow,” and you'll mean it.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7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 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app. Your findings. Your server.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the internet.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squad deploys its dashboard to its own Linode Linux server.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 week, you demo from a public URL — not from your laptop.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built and deployed a live data product”  &gt;  “I took a Python class”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Lockers: Data Sources &amp;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978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OpenData — Police RMS Incidents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0" y="119786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incidents June 2014–today, SODA 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0" y="11978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dallasopendata.com  •  dev.socrata.com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922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1965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Murder Accountability Project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181965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Case-level US homicide archive, downloadable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0" y="181965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murderdata.org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1401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44144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Post ‘Unsolved Homicides’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244144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50-city case data incl. Dallas (to 2018)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0" y="244144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github.com/washingtonpost/data-homicides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Crime Data Explorer (UCR/NIBRS)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clearance series + agency data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3063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cde.ucr.cjis.gov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6850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 (St. Louis Fed)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36850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Unemployment, wages, CPI — free API key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0" y="36850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fred.stlouisfed.org/docs/api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2793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3068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Census / ACS 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43068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tract-level, incl. immigration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0" y="43068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census.gov/data/developers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90118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49286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OpenData — 911 / Staffing budgets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0" y="492861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volume, response, dept budgets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0" y="4928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dallasopendata.com  •  dallascityhall.com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52297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555040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Datapoints + DPD Beat unsolved pages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0" y="555040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DPD's OWN clearance dashboard (can read &gt;100%!) + official per-year unsolved lists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686800" y="55504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datapoints.dallascityhall.com  •  dpdbeat.com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1904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these in sequence: prove your cleaning code on small samples before touching the 45-year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Infrastructure — How the Whole Machine 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D3ECC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" y="152704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OpenData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" y="18562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SODA API (live)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D3ECC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CDE • MAP • WaPo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" y="286207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API downloads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D3ECC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" y="353872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factors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" y="386791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 • Census • Budgets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965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46704" y="20299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ETL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46704" y="23591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• pandas cleaners • pytest-guarded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154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46704" y="32186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case 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46704" y="35478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queryable evidence store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965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DE4D6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35624" y="20299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• statsmodels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35624" y="23591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series, audits, regressions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3154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DE4D6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35624" y="32186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• folium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5624" y="35478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• maps • what-ifs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696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69680" y="1463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24544" y="15270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24544" y="185623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+ what-if sliders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69680" y="24688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924544" y="253288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LINODE (Ubuntu)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24544" y="286207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deploy → public URL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869680" y="34747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E28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24544" y="35387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GitHub org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24544" y="3867912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data + methods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852928" y="2834640"/>
            <a:ext cx="384048" cy="4572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41848" y="2834640"/>
            <a:ext cx="384048" cy="4572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430768" y="2834640"/>
            <a:ext cx="384048" cy="4572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920" y="466344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47548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LAYER:  </a:t>
            </a: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of 4 → VS Code + Claude → feature branch → PR → teammate review → merge to main → CI tests → deploy.  Every box above is owned, versioned, and reviewed by students.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Engagement (Non-Negotiable)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PATTERNS, NOT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analyze aggregate records. We do not investigate, name, or contact anyone connected to any open case.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81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SUSPECT HUNTING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Reddit/Boston-bombing fiasco is the cautionary tale. Amateur sleuthing hurts real families and real cases.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7216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NUMBERS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say “associated with,” not “causes” — until a design truly earns it. Overselling data is its own harm.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7216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WEIGHT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in our data is somebody's worst day. We work like it.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Built Brick by Brick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points. No leaderboard. Squads aren't competing — you're all building the same investigation.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9659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2–7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records, filters, functions, tested file readers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8–12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reconciled series, maps, live data,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7064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9659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13–15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deployed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51392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89136" y="18288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98864" y="196596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26296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findings, live at a public URL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week's lab is a brick:  </a:t>
            </a: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exercise at the end of each class uses that day's material and becomes part of the final product. Nothing is throwaway.
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you're evaluated:  </a:t>
            </a: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week's assignment is scored as committed code on GitHub — merged to main by end of class. The final product (your deployed app + findings) is graded at semester's end. Full rubric to follow.
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payoff:  </a:t>
            </a: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week 15 you deploy something no one has ever built — and every commit from week 2 onward is inside it.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LAB — “Sworn In”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 — The Dallas Clearance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155680" cy="182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417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your squad of 4 — you're together all semester. Pick a unit name.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0756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kit: Python 3.12+, VS Code, Git, Claude. Sign into GitHub.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7340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creates the squad repo in the class org from the template; everyone clones.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58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39242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detective adds their name to ROSTER.md on their own branch → opens a PR.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4050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merge all four PRs. Four merges = squad is sworn in.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86460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TO ACHIEVE:  </a:t>
            </a: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repo exists • 4 merged PRs • everyone has run ‘git log’ and seen the team's history. Welcome to the unit.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2417</Words>
  <Application>Microsoft Office PowerPoint</Application>
  <PresentationFormat>Widescreen</PresentationFormat>
  <Paragraphs>331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Franson, Robert</cp:lastModifiedBy>
  <cp:revision>3</cp:revision>
  <dcterms:created xsi:type="dcterms:W3CDTF">2026-08-17T00:28:50Z</dcterms:created>
  <dcterms:modified xsi:type="dcterms:W3CDTF">2026-08-20T01:26:49Z</dcterms:modified>
</cp:coreProperties>
</file>