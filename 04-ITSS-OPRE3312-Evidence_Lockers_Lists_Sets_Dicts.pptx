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Week, The Unit...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96596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Looped all 50 records with one block of code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6243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stale cases and juvenile victims with conditionals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826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2826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accumulators: counts, and the oldest open case (1980)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9410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94106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continue to shrug off junk lines instead of crashing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loop replaced fifty copy-pastes. Today: the right containers.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On Track?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4 — Evidence Lockers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1–7  —  Review, re-armed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8–12  —  New material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47304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13–FINALS  —  Ship it live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Week 4 of 7, review phase. Today: the data structures that hold an investigation.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632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REPO: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answers/wk03 is live — note the three-step accumulator pattern (set up before, update inside, report after) and where continue sits. If your counts were off by one, check whether a blank line snuck into your total.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091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 (5 min, right now):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Squads: what was your stale count? If squads disagree, someone's loop is counting blanks — find out whose, kindly.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don't always test my code. But when I do, I do it in production.” — nobody on this team, ever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Briefing: Evidence Lockers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4 — Evidence Lockers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investigation isn't a pile of strings — it's organized evidence. Today: the three containers every analyst lives 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00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00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evidence — append, sort, index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315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uniqueness — the dedupe machine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600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lockers — count anything by anything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315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lab: LOCKERS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 60 records, rank the beats, profile the victims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Lists: Ordered Evidence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4 — Evidence Lockers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Programmer (n): a machine that turns coffee into code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 = []                    # empty locker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records: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...parse...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ages.append(age)         # collect as you go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print(len(ages))             # 52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print(min(ages), max(ages))  # 17 70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print(sum(ages) / len(ages)) # average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sorted(ages)[0:5]            # five youngest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ESSENTIALS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.append(x) — add to the end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 / min / max / sum — free analytics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sorted(...) — returns a NEW sorted list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Collect-then-analyze beats analyze-while-collecting. Gather first, question later.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Sets: The Dedupe Machine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4 — Evidence Lockers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people see a problem and think “I'll use regex.” Now they have two problems.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lines_seen = set()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normalized =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raw_lines: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 = line.strip().upper()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normalized.append(clean)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= set(normalized)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print(len(normalized))   # 60 lines in file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print(len(unique))       # 52 real records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print(60 - len(unique))  # 8 duplicates — gone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 keeps one of each. But: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  CARTER | M ” and “carter | m” are DIFFERENT strings to a set.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FIRST, dedupe second.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records inflate real crime statistics. This isn't a toy problem — it's week 9's first real headache.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the unit: never count anything until you've deduped it. Never dedupe until you've normalized it.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Dictionaries: Labeled Lockers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4 — Evidence Lockers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is a love letter you write to your future self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6576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per_beat = {}                 # beat -&gt; count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rec in unique_records: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beat = rec.split("|")[5].strip()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rec.split("|")[6].strip()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status == "OPEN":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beat in per_beat: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per_beat[beat] += 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per_beat[beat] = 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print(per_beat["352"])        # open cases in 352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657600"/>
          </a:xfrm>
          <a:prstGeom prst="roundRect">
            <a:avLst>
              <a:gd name="adj" fmla="val 2000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→ VALUE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per_beat["352"] — the locker labeled 352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time you see a key: create it at 1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it before: += 1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if/else dance is THE counting pattern. You'll write it fifty more times in your career — then pandas does it in one line.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 a Dict: Ranking the Beats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4 — Evidence Lockers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coding can save you hours of planning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most burdened beats first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beat in sorted(per_beat,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key=per_beat.get,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reverse=True):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per_beat[beat]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bar = "#" * count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print(f"Beat {beat:&lt;6}{count:&gt;3}  {bar}")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Beat 731     4  ####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Beat 352     3  ###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sorted(dict) sorts the KEYS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key=per_beat.get — sort by the VALUES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reverse=True — biggest first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# bar is a histogram with zero libraries. Week 10 turns this exact ranking into a real map of Dallas.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one sorted() away from a finding: ‘open cases concentrate in these beats.’ That's an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Container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4 — Evidence Lockers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case of fire: git commit, git push, THEN leave the building 🔥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LOCKERS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→ order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→ unique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 → labeled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evidence • no duplicates • counted by key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WRONG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“I'll just use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for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3796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someone about to write a nested loop that takes 4 minutes to dedupe 60 lines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container = one line. Wrong container = an evening. Choose like it matters, because it does.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Brick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disparity analysis is literally a dictionary: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solve-rate per victim group. The beat ranking is literally the map.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toys are next month's findings.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402336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counts per beat, by hand.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9: counts per year per demographic, in pandas.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10: on a map of Dallas. Week 15: live.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 — Operation: Evidence Lockers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4 — Evidence Lockers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dedupe the locker, profile the victims, rank the beats.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8366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91840" y="1883664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wk04_data_raw_cases_dupes.txt — 60 lines, but NOT 60 records. Duplicates with different formatting are hiding in there.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6265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962656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lockers.py — dedupe report, victim age profile (min/max/avg), and the per-beat open-case ranking with # bars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4041648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feature/wk4-lockers • roles rotate • reviewed PR merged by standup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1840" y="5120640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min. Normalize → dedupe → collect → count → rank. In that order.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4 — Evidence Lockers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wk04 data → branch feature/wk4-lockers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167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167128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every line (strip + upper), collect into a list — print len() to confirm 60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 with set() — print unique count and duplicates removed (60 − unique)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37581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758184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the UNIQUE records: collect ages into a list, count open cases per beat in a dict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45537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55371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the report: dedupe numbers, age profile, then beats ranked most-burdened-first with # bars → ship the PR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&gt;5 minutes?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error aloud to the squad → ask Claude to explain (not solve) → flag me.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TO ACHIEVE — Before You Leave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4 — Evidence Lockers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1783080"/>
          </a:xfrm>
          <a:prstGeom prst="roundRect">
            <a:avLst>
              <a:gd name="adj" fmla="val 4103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REPORT MUST CONTAIN (your numbers must match):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75564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in file:      60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records:     52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Duplicates removed: 8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Youngest 17 / Oldest 70 / Average 39.1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 ranking, most open cases first, with # bars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lockers.py merged to main via reviewed PR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953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 happens AFTER normalization (reviewer must verify this specifically)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98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44988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stats computed on unique records only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102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5102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ranking sorted by count, descending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751576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9729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score = this merged code on GitHub.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Timestamped, reviewed, yours.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Early? / Next Week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4 — Evidence Lockers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Debugging: being the detective in a crime movie where you are also the murderer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(no extra credit — just better)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per-decade open-case dict (keys: ‘1980s’, ‘1990s’...)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any beat with ZERO closed cases — what would that mean if it were real?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the count with per_beat.get(beat, 0) + 1 — fewer lines, same result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PATTERN HUNTERS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and regular expressions: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the intake pipeline in def parse_record() once, call it forever • then regex — extracting phones, dates, and case refs from free-text tip narratives that no split() can touch.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8006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 lines walked in, fifty-two records walked out, ranked and profiled. That's an evidence room.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2026-08-17T01:13:44Z</dcterms:created>
  <dcterms:modified xsi:type="dcterms:W3CDTF">2026-08-17T01:13:44Z</dcterms:modified>
</cp:coreProperties>
</file>