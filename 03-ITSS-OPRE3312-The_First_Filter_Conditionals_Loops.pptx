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Week, The Unit...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96596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the intake pipeline: strip → split → clean → convert → report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6243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the bare-pipe trap in record 2 (split on ‘|’, strip every field)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826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2826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intake.py through branch → PR → review → merge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9410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94106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the standard: you can defend every line you commit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records became evidence. Today: fifty.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On Track?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3 — The First Filter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1–7  —  Review, re-armed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8–12  —  New material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47304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13–FINALS  —  Ship it live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Week 3 of 7, review phase. Today your code learns to make decisions.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632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REPO: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answers/wk02 is now live in mission-control — the reference intake.py. Compare it to yours. Notice it splits on the bare pipe and strips each field: one fix cleans ALL five records. If yours handled record 2 differently and works, that's fine too — working code that your squad can explain beats clever code every time.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091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 (5 min, right now):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squad: did wk2 merge cleanly? Anyone's intake.py break on a record? 60 seconds each.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TODO: fix later  (narrator: they did not)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Briefing: The First Filter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3 — The First Filter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 you processed 5 records with 5 copies of the same code. That doesn't scale to 50 — let alone 45 years. Today: decisions and repetition.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00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00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/ elif / else — the flagging logic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315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— one block of code, every record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600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Accumulators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counting and tracking while you loop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315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lab: FIRST FILTER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records → flags, counts, and the oldest open case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/ elif / else: The Flagging Logic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3 — The First Filter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on my machine ¯\_(ツ)_/¯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years_unsolved = 2026 - year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years_unsolved &gt;= 5: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flag = "*** STALE ***"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years_unsolved &gt;= 2: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flag = "aging"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flag = "recent"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status == "OPEN" and years_unsolved &gt;= 5: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 needs a fresh look")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LIKE A DETECTIVE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the first question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elif: only asked if the one above was False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else: everything left over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/ or / not combine conditions — exactly the logic of a case review checklist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matters: Python takes the FIRST true branch and skips the rest. Put the most specific condition first.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Operators: The Interrogation Kit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3 — The First Filter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2 hard problems in CS: cache invalidation, naming things, and off-by-one errors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&lt; 18            # juvenile victim?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== 2020        # the CBS year?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!= 2020        # any other year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== "OPEN"    # still no arrest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beat in ["352", "347"]   # southeast beats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classic mistake: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status = "OPEN":      # SyntaxError!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  asks a question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 makes an assignment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these files a report. The other tampers with the evidence.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Strings compare case-SENSITIVELY: ‘open’ == ‘OPEN’ is False. That's why we standardized in week 2.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Loops: One Block, Every Record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3 — The First Filter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little bugs in the code... take one down, patch it around... 127 little bugs in the code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records = [record_1, record_2, record_3]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records: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fields = line.strip().split("|")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fields[0].strip().title()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year = int(fields[3].strip()[0:4])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print(f"{name}: {2026 - year} years")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records or 3 million — same 4 lines.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THE WEEK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week: 5 copies of the pipeline, ~60 lines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week: 1 copy in a loop, ~10 lines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indented under the for runs once per record.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single biggest leverage move in programming.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2's repetition was intentional pain. This is the painkiller.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Accumulators: Counting While You Walk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3 — The First Filter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SQL query walks into a bar, approaches two tables and asks: “may I JOIN you?”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749040"/>
          </a:xfrm>
          <a:prstGeom prst="roundRect">
            <a:avLst>
              <a:gd name="adj" fmla="val 1951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open_count = 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oldest_year = 2026        # start high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oldest_name = ""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records: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...parse fields...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status == "OPEN":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open_count = open_count + 1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year &lt; oldest_year: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oldest_year = year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oldest_name = name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print(f"Open: {open_count}, oldest: {oldest_name}")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Set up BEFORE the loop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Update INSIDE the loop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Report AFTER the loop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Counters, totals, min/max trackers — all the same three-step shape.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step 1 inside the loop by accident and your count resets every record. Classic.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Control: skip and stop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3 — The First Filter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!false — it's funny because it's true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line in records: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 = line.strip()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line == "":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       # skip blanks, keep looping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fields[6] == "CLOSED":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       # only analyzing open cases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open_count &gt;= 10: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           # stop entirely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ESCAPE HATCHES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— “not this one, next record”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— “we're done here”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files have blank lines and junk. continue is your bouncer at the door.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wk3 data file has a few surprises. Your loop should shrug them off, not crash.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Moment of Recognition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3 — The First Filter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programmers prefer dark mode? Because light attracts bugs 🐛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YOU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Ctrl+C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Ctrl+V ×5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“it's fine, it's only five records”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YOU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line in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records: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3796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am become loop, processor of files”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pipeline. 50 records. Ten lines. This is why programmers are insufferable about automation.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Brick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needs to walk 45 years of records and flag every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suspicious year, every stale case, every anomaly.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is: a loop with conditionals inside. Today's exact skill.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402336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50 records, 4 flags.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hundreds, without crashing.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9: the real data, in pandas — where a loop becomes one line.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 — Operation: First Filter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3 — The First Filter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sweep all 50 records, flag what matters, find the oldest open case in the pile.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8366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91840" y="1883664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wk03_data_raw_cases_50.txt (from Canvas / mission-control) — 50 messy records, same pipe format, a few blank-ish lines planted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6265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962656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first_filter.py — loops every record, prints flagged open cases, then the counts report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4041648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feature/wk3-filter • rotate squad roles from last week • reviewed PR merged by standup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1840" y="5120640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minutes. Get the loop walking first, add flags second, counts last.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3 — The First Filter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data file from Canvas into your repo's data/ folder; branch feature/wk3-filter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167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167128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loop walking: parse every record, print name + years_unsolved for all 50 (blank lines must not crash it)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flags: *** STALE *** for open cases 5+ years old; count juveniles (age &lt; 18) among OPEN cases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37581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758184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accumulators: total, open count, stale count, and the oldest open case (name + year)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45537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55371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clean top to bottom → commit → push → PR → reviewer confirms the counts match the data → merge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&gt;5 minutes?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error aloud to the squad → ask Claude to explain (not solve) → flag me.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TO ACHIEVE — Before You Leave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3 — The First Filter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1783080"/>
          </a:xfrm>
          <a:prstGeom prst="roundRect">
            <a:avLst>
              <a:gd name="adj" fmla="val 4103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REPORT ENDS LIKE THIS (your numbers must match the file):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75564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records:        50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cases:           29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 (&gt;= 5 yrs):     27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Oldest open case:     Fuentes, Lamar (1980)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first_filter.py merged to main via reviewed PR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953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survives blank/odd lines — zero crashes on the full file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98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44988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counts correct (reviewer checks against the reference numbers I reveal at standup)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102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5102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commit from every detective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751576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9729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score = this merged code on GitHub.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Timestamped, reviewed, yours.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Early? / Next Week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3 — The First Filter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happens.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(no extra credit — just better)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open cases per decade (1980s, 1990s, 2000s...)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the three MOST RECENT open cases too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STALE_YEARS a variable at the top and try 3, 5, 10 — watch the count move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EVIDENCE LOCKERS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Lists, sets, and dictionaries — real data structures: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 60 records with a set • count open cases per beat with a dict • min/max/average ages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per-beat count you build next week becomes the low-arrest-zone MAP in week 10.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8006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Fifty records swept in one loop. The 45-year pile just got a lot less scary.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2026-08-18T00:02:21Z</dcterms:created>
  <dcterms:modified xsi:type="dcterms:W3CDTF">2026-08-18T00:02:21Z</dcterms:modified>
</cp:coreProperties>
</file>